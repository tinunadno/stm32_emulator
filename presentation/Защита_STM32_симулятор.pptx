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Симулятор STM32F103C8T6</a:t>
            </a:r>
          </a:p>
          <a:p>
            <a:pPr>
              <a:spcBef>
                <a:spcPts val="1200"/>
              </a:spcBef>
              <a:defRPr sz="1800">
                <a:solidFill>
                  <a:srgbClr val="CADCFC"/>
                </a:solidFill>
              </a:defRPr>
            </a:pPr>
            <a:r>
              <a:t>ARM Cortex-M3 · периферия · GDB · тестирование</a:t>
            </a:r>
            <a:br/>
            <a:r>
              <a:t>Курс «Программирование встроенных систем»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C"/>
                </a:solidFill>
              </a:defRPr>
            </a:pPr>
            <a:r>
              <a:t>ИТМО · Программирование встроенных систем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5A82"/>
                </a:solidFill>
              </a:defRPr>
            </a:pPr>
            <a:r>
              <a:t>Цель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Программный симулятор МК STM32F103C8T6 (класс Blue Pill) на C11.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Исполнение прошивки без физической платы: учёба, лабораторные, отладка логики.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Соответствие групповому ТЗ в README.md (ядро, память, NVIC, таймер, UART, тесты).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Источник: README.md, IMPLEMENTATION.md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5A82"/>
                </a:solidFill>
              </a:defRPr>
            </a:pPr>
            <a:r>
              <a:t>Что реализовано в репозитории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3840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1295C"/>
                </a:solidFill>
              </a:defRPr>
            </a:pPr>
            <a:r>
              <a:t>Ядро и платформа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Cortex-M3: Thumb / Thumb-2 (core/)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Flash 64 KB, SRAM 20 KB (memory/)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Системная шина (bus/)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NVIC, 43 линии (nvic/)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43000"/>
            <a:ext cx="3840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1295C"/>
                </a:solidFill>
              </a:defRPr>
            </a:pPr>
            <a:r>
              <a:t>Периферия и инструменты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TIM2, SysTick, RCC, GPIO, USART1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Точки останова (debugger/)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CLI (ui/)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GDB Remote Serial Protocol (gdb_stub/)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5A82"/>
                </a:solidFill>
              </a:defRPr>
            </a:pPr>
            <a:r>
              <a:t>Архитектура (модульность)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Оркестратор симуляции: simulator/ — цикл tick / step / прерывания.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Расширение периферии через vtable Peripheral (Open/Closed в C).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Внутренняя очередь событий events/ — планирование по циклам (не HTTP SSE).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Подробно: IMPLEMENTATION.md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5A82"/>
                </a:solidFill>
              </a:defRPr>
            </a:pPr>
            <a:r>
              <a:t>Отладка и 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Запуск: cd src &amp;&amp; make → ./stm32sim [firmware.bin], опция GDB.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Автотесты: make test — NVIC, память, шина, таймеры, UART, ядро, интеграция.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Пример прошивки: examples/ (arm-none-eabi-gcc) → бинарник для симулятора.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Тесты: src/tests/, пример: examples/Makefile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5A82"/>
                </a:solidFill>
              </a:defRPr>
            </a:pPr>
            <a:r>
              <a:t>Документация и перспектива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ТЗ и требования к курсовому проекту — README.md.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Концепция онлайн-лаборатории (очередь заданий, API, масштабирование) — docs/gateway.md.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Схема архитектуры — docs/architecture.svg.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Важно для защиты: распределённый стек из gateway.md в коде не реализован — это этап развития / сопутствующий дизайн.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Честно отделяем «сделано в C» от «спроектировано в документации».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5A82"/>
                </a:solidFill>
              </a:defRPr>
            </a:pPr>
            <a:r>
              <a:t>Команда проекта (до 6 чел.)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ФИО, группа — ___________________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ФИО, группа — ___________________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ФИО, группа — ___________________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ФИО, группа — ___________________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ФИО, группа — ___________________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ФИО, группа — 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Заполните перед защитой или замените на реальные роли (ядро, периферия, тесты, документация).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5A82"/>
                </a:solidFill>
              </a:defRPr>
            </a:pPr>
            <a:r>
              <a:t>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Детерминированный однопоточный симулятор с документированной структурой.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Версия (version.txt): 0.0.1 — база для расширения периферии и интеграций.</a:t>
            </a:r>
          </a:p>
          <a:p>
            <a:pPr>
              <a:spcAft>
                <a:spcPts val="800"/>
              </a:spcAft>
              <a:defRPr sz="1600">
                <a:solidFill>
                  <a:srgbClr val="2A2A2A"/>
                </a:solidFill>
              </a:defRPr>
            </a:pPr>
            <a:r>
              <a:t>Скрипт пересборки презентации: presentation/build_defense_deck.py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Спасибо за внимание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