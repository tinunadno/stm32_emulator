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C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94560"/>
            <a:ext cx="8229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STM32 Emulator — материалы проекта</a:t>
            </a:r>
          </a:p>
          <a:p>
            <a:pPr>
              <a:spcBef>
                <a:spcPts val="1000"/>
              </a:spcBef>
              <a:defRPr sz="1600">
                <a:solidFill>
                  <a:srgbClr val="BBD4F0"/>
                </a:solidFill>
              </a:defRPr>
            </a:pPr>
            <a:r>
              <a:t>Полный текст Markdown + рисунки (SVG→PNG и сгенерированные схемы)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Рисунки в презентации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Архитектура — docs/architecture.svg (после раздела про архитектурные требования в ТЗ).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Модули src/ — блок-схема (после «Структура проекта» в IMPLEMENTATION).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Карта памяти — PNG-таблица (после одноимённого раздела).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Цикл симуляции — после раздела «Цикл симуляции / порядок вызовов».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UART — uart_diagram.svg (после § 4.5 UART в README).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Онлайн-лаборатория — схема по gateway.md (после раздела об архитектуре с GDB).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Скрипт: presentation/build_full_md_deck.py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Документ: README.md — ТЗ курса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Файл: README.md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Далее — разделы по заголовкам # 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Преамбула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222222"/>
                </a:solidFill>
              </a:defRPr>
            </a:pPr>
            <a:r>
              <a:t>Ниже приведено примерное техническое задание (ТЗ) для группового проекта из 6 человек по разработке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симулятора микроконтроллера STM32F103C8T6.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README.md — ТЗ курса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ТЕХНИЧЕСКОЕ ЗАДАНИЕ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на разработку симулятора микроконтроллера STM32F103C8T6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README.md — ТЗ курса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1.1 Наименование проекта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Симулятор микроконтроллера STM32F103C8T6 (аналог платы Blue Pill).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README.md — ТЗ курса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1.2 Основание для разработки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Курсовой проект по дисциплине «Программирование встроенных систем».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README.md — ТЗ курса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1.3 Цель проекта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222222"/>
                </a:solidFill>
              </a:defRPr>
            </a:pPr>
            <a:r>
              <a:t>Разработка программного симулятора микроконтроллера STM32F103C8T6 с поддержкой исполнения инструкций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ядра ARM Cortex-M3 и моделированием базовых периферийных устройств.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README.md — ТЗ курса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1.4 Команда проекта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Группа из 6 человек.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README.md — ТЗ курса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2.1 Назначение системы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Симулятор предназначен для: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изучения архитектуры ARM Cortex-M3;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тестирования программ без физического микроконтроллера;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отладки работы с таймерами, прерываниями и UART;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выполнения лабораторных работ по встроенным системам.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README.md — ТЗ курса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2.2 Основные цели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Реализовать интерпретатор инструкций ARM Cortex-M3 (Thumb-2).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Смоделировать ключевые периферийные устройства.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Обеспечить механизм загрузки и выполнения прошивки.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Реализовать систему тестирования корректности работы.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README.md — ТЗ курса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3. Объект разработки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Программный симулятор микроконтроллера STM32F103C8T6, включающий: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Ядро процессора ARM Cortex-M3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Подсистему памяти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Контроллер прерываний (NVIC)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Таймер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UART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Средства логирования и тестирования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README.md — ТЗ курса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4.1 Ядро процессора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Система должна: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Поддерживать 32-битную архитектуру ARM Cortex-M3 (Thumb-2).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Реализовывать: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Регистры R0–R15 (включая PC, LR, SP)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Регистры состояния (xPSR)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Поддерживать: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Арифметические инструкции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Логические инструкции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Инструкции ветвления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Инструкции работы со стеком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Инструкции загрузки/сохранения (LDR/STR)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README.md — ТЗ курса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4.1 Ядро процессора (продолж.)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Обеспечивать пошаговое выполнение.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Поддерживать режим выполнения по тактам (cycle-based simulation).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README.md — ТЗ курса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4.2 Подсистема памяти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Должна быть реализована модель памяти: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Flash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SRAM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Память, отображённая на регистры периферии (memory-mapped I/O)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Требования: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Проверка выхода за границы памяти.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Корректная обработка выравнивания.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Возможность загрузки ELF или бинарного файла.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README.md — ТЗ курса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4.3 Контроллер прерываний (NVIC)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Поддержка таблицы векторов прерываний.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Поддержка приоритетов.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Поддержка маскирования.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Обработка внешних и внутренних прерываний.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Корректная эмуляция перехода в обработчик прерывания.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README.md — ТЗ курса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4.4 Таймер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Реализация базового таймера: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Предделитель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Счётчик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Автоперезагрузка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Генерация прерываний по переполнению.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Возможность настройки через регистры.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README.md — ТЗ курса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4.5 UART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Реализация регистров USART.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Передача и приём данных.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Генерация прерываний при: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Приёме байта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Завершении передачи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Подключение к консоли (stdin/stdout).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README.md — ТЗ курса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D47A1"/>
                </a:solidFill>
              </a:defRPr>
            </a:pPr>
            <a:r>
              <a:t>UART — диаграмма</a:t>
            </a:r>
          </a:p>
        </p:txBody>
      </p:sp>
      <p:pic>
        <p:nvPicPr>
          <p:cNvPr id="3" name="Picture 2" descr="uart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8503920" cy="26574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Источник: README.md — ТЗ курса · uart_diagram.svg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4.6 Система логирования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Лог инструкций.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Лог доступа к памяти.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Лог прерываний.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Возможность включения/выключения уровней логирования.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README.md — ТЗ курса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5. Нефункциональные требования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Язык реализации: C / C++ / Go (по выбору команды).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Система контроля версий: Git.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Документирование кода.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Покрытие ключевых компонентов модульными тестами.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Кроссплатформенность (Linux/Windows).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Время непрерывной работы без ошибок — не менее 1 часа.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README.md — ТЗ курса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6. Архитектурные требования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Рекомендуемая архитектура: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Модуль CPU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Модуль Memory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Модуль NVIC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Модуль Timer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Модуль UART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Модуль Loader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Модуль Debug/Logger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Взаимодействие через чётко определённые интерфейсы.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Запрещается: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Жёсткая связность модулей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README.md — ТЗ курса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6. Архитектурные требования (продолж.)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Прямой доступ к памяти периферии без абстракции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README.md — ТЗ курса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D47A1"/>
                </a:solidFill>
              </a:defRPr>
            </a:pPr>
            <a:r>
              <a:t>Архитектура симулятора (SVG)</a:t>
            </a:r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8503920" cy="416692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Источник: README.md — ТЗ курса · docs/architecture.svg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7.1 Модульные тесты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Проверка корректности выполнения инструкций.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Проверка работы таймера.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Проверка генерации прерываний.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Проверка UART.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README.md — ТЗ курса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7.2 Интеграционные тесты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Запуск тестовой прошивки.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Проверка корректности взаимодействия CPU и периферии.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Проверка работы прерываний.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README.md — ТЗ курса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7.3 Тестовая прошивка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Должна включать: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Мигающий таймер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Передачу строки по UART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Обработчик прерывания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README.md — ТЗ курса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8. Распределение ролей (6 человек)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Архитектор проекта / CPU-разработчик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Архитектура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Реализация ядра инструкций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Разработчик памяти и загрузчика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Memory subsystem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ELF/бин загрузчик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Разработчик NVIC и механизма прерываний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Разработчик таймера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Разработчик UART и взаимодействия с консолью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Инженер по тестированию и DevOps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README.md — ТЗ курса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8. Распределение ролей (6 человек) (продолж.)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Unit/integration tests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Система сборки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Подготовка отчёта и документации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README.md — ТЗ курса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9. Этапы разработки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Проектирование архитектуры.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Реализация ядра CPU.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Реализация памяти.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Реализация NVIC.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Реализация таймера.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Реализация UART.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Интеграция компонентов.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Разработка тестов.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Подготовка отчёта и презентации.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README.md — ТЗ курса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10. Ожидаемые результаты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По завершении проекта должен быть предоставлен: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Репозиторий с исходным кодом.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PDF-отчёт, включающий: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Техническое задание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Описание архитектуры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Описание реализации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Описание системы тестирования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База знаний (Obsidian).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Презентация проекта.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Демонстрация работы симулятора.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Если нужно, могу дополнительно: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README.md — ТЗ курса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10. Ожидаемые результаты (продолж.)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написать раздел «Описание архитектуры» для отчёта;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сделать диаграмму компонентов;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расписать план работ по неделям семестра;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усложнить ТЗ до уровня почти дипломного проекта.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README.md — ТЗ курса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Документ: IMPLEMENTATION.md — реализация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Файл: IMPLEMENTATION.md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Далее — разделы по заголовкам # 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222222"/>
                </a:solidFill>
              </a:defRPr>
            </a:pPr>
            <a:r>
              <a:t>Детерминированный однопоточный симулятор микроконтроллера STM32F103C8T6 на чистом C (C11).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Реализован в соответствии со спецификацией `development_plan/description.md`.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Ключевые возможности: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Ядро ARM Cortex-M3 (Thumb / Thumb-2 инструкции)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NVIC с поддержкой 43 линий прерываний и приоритетами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Flash (64 KB) и SRAM (20 KB) с little-endian доступом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Таймер TIM2 с прескалером и генерацией прерываний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UART (USART1) с передачей, приемом и прерываниями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Шина памяти с адресным пространством и маршрутизацией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Отладчик с breakpoints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CLI-интерфейс с расширяемой таблицей команд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IMPLEMENTATION.md — реализация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Сборка — код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68680"/>
            <a:ext cx="85039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B1B1B"/>
                </a:solidFill>
                <a:latin typeface="Courier New"/>
              </a:defRPr>
            </a:pPr>
            <a:r>
              <a:t>cd src</a:t>
            </a:r>
            <a:br/>
            <a:r>
              <a:t>make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IMPLEMENTATION.md — реализация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Сборка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Зависимости: только стандартный C компилятор (gcc/clang), стандарт C11.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IMPLEMENTATION.md — реализация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Запуск без бинарника (ручная загрузка через CLI)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./stm32sim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IMPLEMENTATION.md — реализация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Запуск с бинарником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./stm32sim firmware.bin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IMPLEMENTATION.md — реализация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Запуск с бинарником — код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68680"/>
            <a:ext cx="85039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B1B1B"/>
                </a:solidFill>
                <a:latin typeface="Courier New"/>
              </a:defRPr>
            </a:pPr>
            <a:br/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IMPLEMENTATION.md — реализация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Структура проекта — код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68680"/>
            <a:ext cx="85039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B1B1B"/>
                </a:solidFill>
                <a:latin typeface="Courier New"/>
              </a:defRPr>
            </a:pPr>
            <a:r>
              <a:t>src/</a:t>
            </a:r>
            <a:br/>
            <a:r>
              <a:t>├── main.c                          # Точка входа</a:t>
            </a:r>
            <a:br/>
            <a:r>
              <a:t>├── Makefile                        # Система сборки</a:t>
            </a:r>
            <a:br/>
            <a:r>
              <a:t>├── common/</a:t>
            </a:r>
            <a:br/>
            <a:r>
              <a:t>│   └── status.h                    # Коды ошибок (Status enum)</a:t>
            </a:r>
            <a:br/>
            <a:r>
              <a:t>├── core/</a:t>
            </a:r>
            <a:br/>
            <a:r>
              <a:t>│   ├── core.h                      # ARM Cortex-M3 ядро (API)</a:t>
            </a:r>
            <a:br/>
            <a:r>
              <a:t>│   └── core.c                      # Декодер и исполнение инструкций</a:t>
            </a:r>
            <a:br/>
            <a:r>
              <a:t>├── nvic/</a:t>
            </a:r>
            <a:br/>
            <a:r>
              <a:t>│   ├── nvic.h                      # NVIC контроллер прерываний (API)</a:t>
            </a:r>
            <a:br/>
            <a:r>
              <a:t>│   └── nvic.c                      # Приоритеты, pending, acknowledge</a:t>
            </a:r>
            <a:br/>
            <a:r>
              <a:t>├── memory/</a:t>
            </a:r>
            <a:br/>
            <a:r>
              <a:t>│   ├── memory.h                    # Flash + SRAM (API)</a:t>
            </a:r>
            <a:br/>
            <a:r>
              <a:t>│   └── memory.c                    # Little-endian чтение/запись, загрузка бинарника</a:t>
            </a:r>
            <a:br/>
            <a:r>
              <a:t>├── bus/</a:t>
            </a:r>
            <a:br/>
            <a:r>
              <a:t>│   ├── bus.h                       # Системная шина (API)</a:t>
            </a:r>
            <a:br/>
            <a:r>
              <a:t>│   └── bus.c                       # Маршрутизация по регионам</a:t>
            </a:r>
            <a:br/>
            <a:r>
              <a:t>├── peripherals/</a:t>
            </a:r>
            <a:br/>
            <a:r>
              <a:t>│   ├── peripheral.h                # Интерфейс периферии (vtable)</a:t>
            </a:r>
            <a:br/>
            <a:r>
              <a:t>│   ├── timer/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IMPLEMENTATION.md — реализация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Структура проекта — код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68680"/>
            <a:ext cx="85039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B1B1B"/>
                </a:solidFill>
                <a:latin typeface="Courier New"/>
              </a:defRPr>
            </a:pPr>
            <a:r>
              <a:t>│   │   ├── timer.h                 # TIM2 (API)</a:t>
            </a:r>
            <a:br/>
            <a:r>
              <a:t>│   │   └── timer.c                 # Прескалер, auto-reload, IRQ</a:t>
            </a:r>
            <a:br/>
            <a:r>
              <a:t>│   └── uart/</a:t>
            </a:r>
            <a:br/>
            <a:r>
              <a:t>│       ├── uart.h                  # USART1 (API)</a:t>
            </a:r>
            <a:br/>
            <a:r>
              <a:t>│       └── uart.c                  # TX/RX, прерывания, callback</a:t>
            </a:r>
            <a:br/>
            <a:r>
              <a:t>├── debugger/</a:t>
            </a:r>
            <a:br/>
            <a:r>
              <a:t>│   ├── debugger.h                  # Breakpoints (API)</a:t>
            </a:r>
            <a:br/>
            <a:r>
              <a:t>│   └── debugger.c                  # Добавление/удаление/проверка</a:t>
            </a:r>
            <a:br/>
            <a:r>
              <a:t>├── simulator/</a:t>
            </a:r>
            <a:br/>
            <a:r>
              <a:t>│   ├── simulator.h                 # Главный оркестратор (API)</a:t>
            </a:r>
            <a:br/>
            <a:r>
              <a:t>│   └── simulator.c                 # Цикл tick-step-check</a:t>
            </a:r>
            <a:br/>
            <a:r>
              <a:t>└── ui/</a:t>
            </a:r>
            <a:br/>
            <a:r>
              <a:t>    ├── ui.h                        # CLI интерфейс (API)</a:t>
            </a:r>
            <a:br/>
            <a:r>
              <a:t>    └── ui.c                        # Таблица команд, парсинг, ввод/вывод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IMPLEMENTATION.md — реализация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D47A1"/>
                </a:solidFill>
              </a:defRPr>
            </a:pPr>
            <a:r>
              <a:t>Каталог модулей src/ (схема)</a:t>
            </a:r>
          </a:p>
        </p:txBody>
      </p:sp>
      <p:pic>
        <p:nvPicPr>
          <p:cNvPr id="3" name="Picture 2" descr="mod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8503920" cy="52814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Источник: IMPLEMENTATION.md — реализация · Сгенерировано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Архитектура расширяемости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222222"/>
                </a:solidFill>
              </a:defRPr>
            </a:pPr>
            <a:r>
              <a:t>Система спроектирована так, что добавление нового функционала **не требует изменения существующего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кода** (Open/Closed principle в C).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IMPLEMENTATION.md — реализация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1. Добавление новой периферии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222222"/>
                </a:solidFill>
              </a:defRPr>
            </a:pPr>
            <a:r>
              <a:t>Используется **vtable-паттерн** через структуру `Peripheral` (в `peripherals/peripheral.h`):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IMPLEMENTATION.md — реализация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1. Добавление новой периферии — код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68680"/>
            <a:ext cx="85039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B1B1B"/>
                </a:solidFill>
                <a:latin typeface="Courier New"/>
              </a:defRPr>
            </a:pPr>
            <a:r>
              <a:t>typedef struct {</a:t>
            </a:r>
            <a:br/>
            <a:r>
              <a:t>    void* ctx;                                                    // Состояние</a:t>
            </a:r>
            <a:br/>
            <a:r>
              <a:t>    uint32_t (*read)(void* ctx, uint32_t offset, uint8_t size);   // Чтение регистра</a:t>
            </a:r>
            <a:br/>
            <a:r>
              <a:t>    Status (*write)(void* ctx, uint32_t offset, uint32_t val, uint8_t size); // Запись</a:t>
            </a:r>
            <a:br/>
            <a:r>
              <a:t>    void (*tick)(void* ctx);                                      // Вызов каждый такт</a:t>
            </a:r>
            <a:br/>
            <a:r>
              <a:t>    void (*reset)(void* ctx);                                     // Сброс</a:t>
            </a:r>
            <a:br/>
            <a:r>
              <a:t>} Peripheral;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IMPLEMENTATION.md — реализация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1. Добавление новой периферии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**Шаги для добавления новой периферии (например, SPI):**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Создать `src/peripherals/spi/spi.h` и `spi.c`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Определить struct `SpiState` с регистрами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Реализовать функции `spi_read()`, `spi_write()`, `spi_tick()`, `spi_reset()`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Реализовать `spi_as_peripheral()` возвращающую заполненный `Peripheral`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В `simulator.c` вызвать `simulator_add_peripheral()` — существующий код не меняется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Добавить `.c` файл в `SRCS` в Makefile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IMPLEMENTATION.md — реализация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2. Добавление новой инструкции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Декодер использует **таблицу dispatch** в `core/core.c`: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IMPLEMENTATION.md — реализация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2. Добавление новой инструкции — код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68680"/>
            <a:ext cx="85039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B1B1B"/>
                </a:solidFill>
                <a:latin typeface="Courier New"/>
              </a:defRPr>
            </a:pPr>
            <a:r>
              <a:t>typedef struct {</a:t>
            </a:r>
            <a:br/>
            <a:r>
              <a:t>    uint16_t     mask;      // Маска для сопоставления</a:t>
            </a:r>
            <a:br/>
            <a:r>
              <a:t>    uint16_t     pattern;   // Паттерн после маскирования</a:t>
            </a:r>
            <a:br/>
            <a:r>
              <a:t>    InstrHandler handler;   // Функция-обработчик</a:t>
            </a:r>
            <a:br/>
            <a:r>
              <a:t>    const char*  name;      // Мнемоника (для отладки)</a:t>
            </a:r>
            <a:br/>
            <a:r>
              <a:t>} InstrEntry;</a:t>
            </a:r>
            <a:br/>
            <a:br/>
            <a:r>
              <a:t>static const InstrEntry instr_table[] = {</a:t>
            </a:r>
            <a:br/>
            <a:r>
              <a:t>    {0xFFC0, 0x4000, exec_and, "AND"},</a:t>
            </a:r>
            <a:br/>
            <a:r>
              <a:t>    // ... добавить новую запись сюда ...</a:t>
            </a:r>
            <a:br/>
            <a:r>
              <a:t>    {0, 0, NULL, NULL}  // sentinel</a:t>
            </a:r>
            <a:br/>
            <a:r>
              <a:t>};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IMPLEMENTATION.md — реализация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2. Добавление новой инструкции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222222"/>
                </a:solidFill>
              </a:defRPr>
            </a:pPr>
            <a:r>
              <a:t>**Шаги:** написать функцию `static Status exec_xxx(Core* core, uint16_t instr)` и добавить запись в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таблицу.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IMPLEMENTATION.md — реализация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3. Добавление новой CLI-команды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Таблица команд в `ui/ui.c`: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IMPLEMENTATION.md — реализация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3. Добавление новой CLI-команды — код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68680"/>
            <a:ext cx="85039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B1B1B"/>
                </a:solidFill>
                <a:latin typeface="Courier New"/>
              </a:defRPr>
            </a:pPr>
            <a:r>
              <a:t>static const Command commands[] = {</a:t>
            </a:r>
            <a:br/>
            <a:r>
              <a:t>    {"help", "Show help", cmd_help},</a:t>
            </a:r>
            <a:br/>
            <a:r>
              <a:t>    // ... добавить новую команду сюда ...</a:t>
            </a:r>
            <a:br/>
            <a:r>
              <a:t>    {NULL, NULL, NULL}</a:t>
            </a:r>
            <a:br/>
            <a:r>
              <a:t>};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IMPLEMENTATION.md — реализация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3. Добавление новой CLI-команды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222222"/>
                </a:solidFill>
              </a:defRPr>
            </a:pPr>
            <a:r>
              <a:t>**Шаги:** написать обработчик `static void cmd_xxx(Simulator* sim, const char* args)` и добавить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запись в таблицу.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IMPLEMENTATION.md — реализация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4. Добавление нового региона памяти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Шина (`Bus`) использует **регистрацию регионов**: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IMPLEMENTATION.md — реализация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4. Добавление нового региона памяти — код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68680"/>
            <a:ext cx="85039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B1B1B"/>
                </a:solidFill>
                <a:latin typeface="Courier New"/>
              </a:defRPr>
            </a:pPr>
            <a:r>
              <a:t>bus_register_region(&amp;bus, base_addr, size, ctx, read_fn, write_fn);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IMPLEMENTATION.md — реализация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4. Добавление нового региона памяти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Любой модуль с совместимыми function pointers может быть зарегистрирован.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IMPLEMENTATION.md — реализация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Реализованные инструкции Thumb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Формат — Инструкции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1 — Shift by immediate — LSL, LSR, ASR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2 — Add/Subtract — ADD reg, SUB reg, ADD imm3, SUB imm3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3 — Immediate 8-bit — MOV, CMP, ADD, SUB</a:t>
            </a:r>
          </a:p>
          <a:p>
            <a:pPr>
              <a:spcAft>
                <a:spcPts val="300"/>
              </a:spcAft>
              <a:defRPr sz="1000">
                <a:solidFill>
                  <a:srgbClr val="222222"/>
                </a:solidFill>
              </a:defRPr>
            </a:pPr>
            <a:r>
              <a:t>4 — ALU register — AND, EOR, LSL, LSR, ASR, ADC, SBC, ROR, TST, NEG, CMP, CMN, ORR, MUL, BIC, MVN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5 — Hi register / BX — ADD hi, CMP hi, MOV hi, BX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6 — PC-relative LDR — LDR Rd, [PC, #imm]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7/8 — Reg offset load/store — STR, STRH, STRB, LDR, LDRH, LDRB, LDRSB, LDRSH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9 — Imm offset word/byte — STR, LDR, STRB, LDRB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10 — Imm offset halfword — STRH, LDRH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11 — SP-relative — STR, LDR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IMPLEMENTATION.md — реализация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Реализованные инструкции Thumb (продолж.)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12 — Load address — ADR (PC), ADD (SP)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13 — Adjust SP — ADD SP, SUB SP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14 — PUSH / POP — PUSH {regs, LR}, POP {regs, PC}</a:t>
            </a:r>
          </a:p>
          <a:p>
            <a:pPr>
              <a:spcAft>
                <a:spcPts val="300"/>
              </a:spcAft>
              <a:defRPr sz="1000">
                <a:solidFill>
                  <a:srgbClr val="222222"/>
                </a:solidFill>
              </a:defRPr>
            </a:pPr>
            <a:r>
              <a:t>16 — Conditional branch — BEQ, BNE, BCS, BCC, BMI, BPL, BVS, BVC, BHI, BLS, BGE, BLT, BGT, BLE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17 — SVC — SVC (minimal)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18 — Unconditional branch — B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32-bit — BL — BL (branch with link)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IMPLEMENTATION.md — реализация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Карта памяти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Регион — Адрес начала — Размер — Описание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Flash (alias) — 0x00000000 — 64 KB — Зеркало Flash для вектор-таблицы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Flash — 0x08000000 — 64 KB — Основная Flash-память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SRAM — 0x20000000 — 20 KB — Оперативная память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TIM2 — 0x40000000 — 1 KB — Регистры таймера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USART1 — 0x40013800 — 1 KB — Регистры UART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IMPLEMENTATION.md — реализация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D47A1"/>
                </a:solidFill>
              </a:defRPr>
            </a:pPr>
            <a:r>
              <a:t>Карта памяти</a:t>
            </a:r>
          </a:p>
        </p:txBody>
      </p:sp>
      <p:pic>
        <p:nvPicPr>
          <p:cNvPr id="3" name="Picture 2" descr="memory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8503920" cy="27707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Источник: IMPLEMENTATION.md — реализация · По IMPLEMENTATION.md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CLI-команды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Команда — Описание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`help` — Список команд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`load &lt;path&gt;` — Загрузить бинарник в Flash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`run` — Запуск до breakpoint или ошибки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`stop` — Остановить выполнение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`step [N]` — Выполнить N инструкций (по умолчанию 1)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`reset` — Сброс симулятора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`reg` — Показать все регистры и флаги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`mem &lt;addr&gt; [count]` — Hex-дамп памяти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`break [addr]` — Установить breakpoint / список breakpoints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`delete &lt;addr&gt;` — Удалить breakpoint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IMPLEMENTATION.md — реализация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CLI-команды (продолж.)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`uart &lt;char&gt;` — Отправить символ в UART RX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`quit` — Выход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IMPLEMENTATION.md — реализация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Цикл симуляции (порядок вызовов)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Строго фиксированный порядок, согласно спецификации: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IMPLEMENTATION.md — реализация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Цикл симуляции (порядок вызовов) — код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68680"/>
            <a:ext cx="85039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B1B1B"/>
                </a:solidFill>
                <a:latin typeface="Courier New"/>
              </a:defRPr>
            </a:pPr>
            <a:r>
              <a:t>1. tick_peripherals()   — тик всех зарегистрированных периферий</a:t>
            </a:r>
            <a:br/>
            <a:r>
              <a:t>2. core_step()          — выборка, декодирование, исполнение инструкции</a:t>
            </a:r>
            <a:br/>
            <a:r>
              <a:t>3. check_interrupts()   — проверка NVIC на pending IRQ</a:t>
            </a:r>
            <a:br/>
            <a:r>
              <a:t>4. check_breakpoints()  — проверка debugger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IMPLEMENTATION.md — реализация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D47A1"/>
                </a:solidFill>
              </a:defRPr>
            </a:pPr>
            <a:r>
              <a:t>Цикл симуляции</a:t>
            </a:r>
          </a:p>
        </p:txBody>
      </p:sp>
      <p:pic>
        <p:nvPicPr>
          <p:cNvPr id="3" name="Picture 2" descr="sim_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8503920" cy="28145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Источник: IMPLEMENTATION.md — реализация · IMPLEMENTATION.md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Прерывания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222222"/>
                </a:solidFill>
              </a:defRPr>
            </a:pPr>
            <a:r>
              <a:t>Вход: сохранение R0-R3, R12, LR, PC, xPSR на стек; загрузка вектора из таблицы; LR = EXC_RETURN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Выход: BX с EXC_RETURN или POP PC с EXC_RETURN — восстановление контекста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Приоритет: меньшее значение = более высокий приоритет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Вложенные прерывания поддержаны (preemption по приоритету)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IMPLEMENTATION.md — реализация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Ключевые проектные решения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**Чистый C (C11)** — никакого C++, минимум зависимостей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**Нет глобального состояния** — все состояние в структурах, передается через указатели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**Нет исключений** — ошибки через `Status` enum</a:t>
            </a:r>
          </a:p>
          <a:p>
            <a:pPr>
              <a:spcAft>
                <a:spcPts val="300"/>
              </a:spcAft>
              <a:defRPr sz="1000">
                <a:solidFill>
                  <a:srgbClr val="222222"/>
                </a:solidFill>
              </a:defRPr>
            </a:pPr>
            <a:r>
              <a:t>**Расширяемость через function pointers** — vtable-паттерн для периферий, dispatch table для инструкций, command table для CLI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**Детерминизм** — нет потоков, нет random, нет реального времени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**Little-endian** — все обращения к памяти в little-endian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IMPLEMENTATION.md — реализация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Документ: development_plan/description.md — спецификация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Файл: development_plan/description.md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Далее — разделы по заголовкам # 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Преамбула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222222"/>
                </a:solidFill>
              </a:defRPr>
            </a:pPr>
            <a:r>
              <a:t>Я отвечу как архитектор встроенных систем и эмуляторов ARM Cortex-M с опытом разработки симуляторов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микроконтроллеров промышленного уровня.</a:t>
            </a:r>
          </a:p>
          <a:p>
            <a:pPr>
              <a:spcAft>
                <a:spcPts val="300"/>
              </a:spcAft>
              <a:defRPr sz="1000">
                <a:solidFill>
                  <a:srgbClr val="222222"/>
                </a:solidFill>
              </a:defRPr>
            </a:pPr>
            <a:r>
              <a:t>Ниже — **готовый итоговый `SYSTEM_SPEC.md`**, переписанный как строгая, однозначная и машиночитаемая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спецификация для реализации системы в Cursor.</a:t>
            </a:r>
          </a:p>
          <a:p>
            <a:pPr>
              <a:spcAft>
                <a:spcPts val="300"/>
              </a:spcAft>
              <a:defRPr sz="1000">
                <a:solidFill>
                  <a:srgbClr val="222222"/>
                </a:solidFill>
              </a:defRPr>
            </a:pPr>
            <a:r>
              <a:t>Документ исключает двусмысленности, фиксирует API, ответственность модулей, порядок вызовов и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ограничения.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development_plan/description.md — спецификация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1. Цель системы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Реализовать детерминированный однопоточный симулятор микроконтроллера STM32F103C8T6 с: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ядром ARM Cortex-M3 (Thumb)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NVIC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Flash и SRAM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Таймером TIM2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UART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Шиной памяти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CLI интерфейсом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Отладчиком (breakpoints)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Симуляция выполняется строго в одном потоке.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Асинхронность запрещена.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development_plan/description.md — спецификация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2.1. Язык и стандарты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Язык: C++17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Запрещено использование глобального состояния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Все зависимости передаются через конструкторы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Используется RAII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Исключения запрещены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Ошибки возвращаются через enum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development_plan/description.md — спецификация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2.2. Главный принцип выполнения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Система работает по модели: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development_plan/description.md — спецификация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2.2. Главный принцип выполнения — код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68680"/>
            <a:ext cx="85039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B1B1B"/>
                </a:solidFill>
                <a:latin typeface="Courier New"/>
              </a:defRPr>
            </a:pPr>
            <a:r>
              <a:t>tick_peripherals()</a:t>
            </a:r>
            <a:br/>
            <a:r>
              <a:t>core_step()</a:t>
            </a:r>
            <a:br/>
            <a:r>
              <a:t>check_interrupts()</a:t>
            </a:r>
            <a:br/>
            <a:r>
              <a:t>check_breakpoints()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development_plan/description.md — спецификация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2.2. Главный принцип выполнения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Порядок НЕ может быть изменен.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development_plan/description.md — спецификация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3. Архитектура проекта — код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68680"/>
            <a:ext cx="85039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B1B1B"/>
                </a:solidFill>
                <a:latin typeface="Courier New"/>
              </a:defRPr>
            </a:pPr>
            <a:r>
              <a:t>/src</a:t>
            </a:r>
            <a:br/>
            <a:r>
              <a:t>  core/</a:t>
            </a:r>
            <a:br/>
            <a:r>
              <a:t>  nvic/</a:t>
            </a:r>
            <a:br/>
            <a:r>
              <a:t>  memory/</a:t>
            </a:r>
            <a:br/>
            <a:r>
              <a:t>  bus/</a:t>
            </a:r>
            <a:br/>
            <a:r>
              <a:t>  peripherals/</a:t>
            </a:r>
            <a:br/>
            <a:r>
              <a:t>    timer/</a:t>
            </a:r>
            <a:br/>
            <a:r>
              <a:t>    uart/</a:t>
            </a:r>
            <a:br/>
            <a:r>
              <a:t>  debugger/</a:t>
            </a:r>
            <a:br/>
            <a:r>
              <a:t>  simulator/</a:t>
            </a:r>
            <a:br/>
            <a:r>
              <a:t>  ui/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development_plan/description.md — спецификация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4. Интерфейсы модулей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Все модули обязаны реализовать строгие интерфейсы.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development_plan/description.md — спецификация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5.1. Обязанности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Выполнение инструкций Thumb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Управление регистрами R0-R15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Управление xPSR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Вход/выход из прерываний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Генерация обращений к шине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development_plan/description.md — спецификация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5.2. Структура состояния — код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68680"/>
            <a:ext cx="85039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B1B1B"/>
                </a:solidFill>
                <a:latin typeface="Courier New"/>
              </a:defRPr>
            </a:pPr>
            <a:r>
              <a:t>struct CoreState {</a:t>
            </a:r>
            <a:br/>
            <a:r>
              <a:t>    uint32_t r[16];      // R0-R15</a:t>
            </a:r>
            <a:br/>
            <a:r>
              <a:t>    uint32_t xpsr;</a:t>
            </a:r>
            <a:br/>
            <a:r>
              <a:t>    bool thumb_mode;     // всегда true</a:t>
            </a:r>
            <a:br/>
            <a:r>
              <a:t>    bool interruptible;</a:t>
            </a:r>
            <a:br/>
            <a:r>
              <a:t>    uint32_t current_irq;</a:t>
            </a:r>
            <a:br/>
            <a:r>
              <a:t>    uint64_t cycles;</a:t>
            </a:r>
            <a:br/>
            <a:r>
              <a:t>};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development_plan/description.md — спецификация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5.3. Публичный API — код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68680"/>
            <a:ext cx="85039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B1B1B"/>
                </a:solidFill>
                <a:latin typeface="Courier New"/>
              </a:defRPr>
            </a:pPr>
            <a:r>
              <a:t>class IBus;</a:t>
            </a:r>
            <a:br/>
            <a:r>
              <a:t>class INVIC;</a:t>
            </a:r>
            <a:br/>
            <a:br/>
            <a:r>
              <a:t>class Core {</a:t>
            </a:r>
            <a:br/>
            <a:r>
              <a:t>public:</a:t>
            </a:r>
            <a:br/>
            <a:r>
              <a:t>    Core(IBus&amp; bus, INVIC&amp; nvic);</a:t>
            </a:r>
            <a:br/>
            <a:br/>
            <a:r>
              <a:t>    void reset();</a:t>
            </a:r>
            <a:br/>
            <a:r>
              <a:t>    Status step();</a:t>
            </a:r>
            <a:br/>
            <a:r>
              <a:t>    const CoreState&amp; state() const;</a:t>
            </a:r>
            <a:br/>
            <a:br/>
            <a:r>
              <a:t>private:</a:t>
            </a:r>
            <a:br/>
            <a:r>
              <a:t>    Status execute(uint16_t instruction);</a:t>
            </a:r>
            <a:br/>
            <a:r>
              <a:t>    void enter_interrupt(uint32_t irq);</a:t>
            </a:r>
            <a:br/>
            <a:r>
              <a:t>};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development_plan/description.md — спецификация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5.4. Поведение step()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Алгоритм: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PC должен находиться в Flash или SRAM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Считать 16-битную инструкцию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Декодировать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Исполнить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Обновить PC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Увеличить cycles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Проверить прерывания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development_plan/description.md — спецификация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6.1. Ограничения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Поддержка 43 IRQ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Приоритет меньше — выше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development_plan/description.md — спецификация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6.2. Состояние — код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68680"/>
            <a:ext cx="85039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B1B1B"/>
                </a:solidFill>
                <a:latin typeface="Courier New"/>
              </a:defRPr>
            </a:pPr>
            <a:r>
              <a:t>struct NVICState {</a:t>
            </a:r>
            <a:br/>
            <a:r>
              <a:t>    bool pending[43];</a:t>
            </a:r>
            <a:br/>
            <a:r>
              <a:t>    bool active[43];</a:t>
            </a:r>
            <a:br/>
            <a:r>
              <a:t>    bool enabled[43];</a:t>
            </a:r>
            <a:br/>
            <a:r>
              <a:t>    uint8_t priority[43];</a:t>
            </a:r>
            <a:br/>
            <a:r>
              <a:t>    uint8_t current_priority;</a:t>
            </a:r>
            <a:br/>
            <a:r>
              <a:t>};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development_plan/description.md — спецификация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6.3. API — код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68680"/>
            <a:ext cx="85039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B1B1B"/>
                </a:solidFill>
                <a:latin typeface="Courier New"/>
              </a:defRPr>
            </a:pPr>
            <a:r>
              <a:t>class NVIC : public INVIC {</a:t>
            </a:r>
            <a:br/>
            <a:r>
              <a:t>public:</a:t>
            </a:r>
            <a:br/>
            <a:r>
              <a:t>    void set_pending(uint32_t irq);</a:t>
            </a:r>
            <a:br/>
            <a:r>
              <a:t>    void clear_pending(uint32_t irq);</a:t>
            </a:r>
            <a:br/>
            <a:r>
              <a:t>    bool get_pending_irq(uint32_t&amp; irq_out);</a:t>
            </a:r>
            <a:br/>
            <a:r>
              <a:t>    void acknowledge(uint32_t irq);</a:t>
            </a:r>
            <a:br/>
            <a:r>
              <a:t>};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development_plan/description.md — спецификация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7.1. Карта памяти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Регион — Адрес — Размер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Flash — 0x08000000 — 64 KB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SRAM — 0x20000000 — 20 KB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Periph — 0x40000000 — через 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development_plan/description.md — спецификация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D47A1"/>
                </a:solidFill>
              </a:defRPr>
            </a:pPr>
            <a:r>
              <a:t>Карта памяти</a:t>
            </a:r>
          </a:p>
        </p:txBody>
      </p:sp>
      <p:pic>
        <p:nvPicPr>
          <p:cNvPr id="3" name="Picture 2" descr="memory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8503920" cy="27707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Источник: development_plan/description.md — спецификация · По IMPLEMENTATION.md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7.2. API — код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68680"/>
            <a:ext cx="85039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B1B1B"/>
                </a:solidFill>
                <a:latin typeface="Courier New"/>
              </a:defRPr>
            </a:pPr>
            <a:r>
              <a:t>class Memory {</a:t>
            </a:r>
            <a:br/>
            <a:r>
              <a:t>public:</a:t>
            </a:r>
            <a:br/>
            <a:r>
              <a:t>    uint32_t read(uint32_t addr, uint8_t size);</a:t>
            </a:r>
            <a:br/>
            <a:r>
              <a:t>    Status write(uint32_t addr, uint32_t value, uint8_t size);</a:t>
            </a:r>
            <a:br/>
            <a:r>
              <a:t>    Status load_binary(const std::string&amp; path);</a:t>
            </a:r>
            <a:br/>
            <a:r>
              <a:t>};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development_plan/description.md — спецификация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7.2.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Little-endian обязателен.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development_plan/description.md — спецификация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8.1. Правило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Core НЕ обращается к Memory напрямую.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Только через Bus.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development_plan/description.md — спецификация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8.2. API — код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68680"/>
            <a:ext cx="85039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B1B1B"/>
                </a:solidFill>
                <a:latin typeface="Courier New"/>
              </a:defRPr>
            </a:pPr>
            <a:r>
              <a:t>class IPeripheral {</a:t>
            </a:r>
            <a:br/>
            <a:r>
              <a:t>public:</a:t>
            </a:r>
            <a:br/>
            <a:r>
              <a:t>    virtual uint32_t read(uint32_t offset, uint8_t size) = 0;</a:t>
            </a:r>
            <a:br/>
            <a:r>
              <a:t>    virtual Status write(uint32_t offset, uint32_t value, uint8_t size) = 0;</a:t>
            </a:r>
            <a:br/>
            <a:r>
              <a:t>};</a:t>
            </a:r>
            <a:br/>
            <a:br/>
            <a:r>
              <a:t>class Bus : public IBus {</a:t>
            </a:r>
            <a:br/>
            <a:r>
              <a:t>public:</a:t>
            </a:r>
            <a:br/>
            <a:r>
              <a:t>    void register_region(uint32_t start, uint32_t size, IPeripheral* dev);</a:t>
            </a:r>
            <a:br/>
            <a:br/>
            <a:r>
              <a:t>    uint32_t read(uint32_t addr, uint8_t size);</a:t>
            </a:r>
            <a:br/>
            <a:r>
              <a:t>    Status write(uint32_t addr, uint32_t value, uint8_t size);</a:t>
            </a:r>
            <a:br/>
            <a:r>
              <a:t>};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development_plan/description.md — спецификация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9.1. Реализовать регистры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CR1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SR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CNT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PSC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ARR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DIER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development_plan/description.md — спецификация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9.2. API — код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68680"/>
            <a:ext cx="85039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B1B1B"/>
                </a:solidFill>
                <a:latin typeface="Courier New"/>
              </a:defRPr>
            </a:pPr>
            <a:r>
              <a:t>class Timer : public IPeripheral {</a:t>
            </a:r>
            <a:br/>
            <a:r>
              <a:t>public:</a:t>
            </a:r>
            <a:br/>
            <a:r>
              <a:t>    Timer(INVIC&amp; nvic, uint32_t irq);</a:t>
            </a:r>
            <a:br/>
            <a:r>
              <a:t>    void tick();</a:t>
            </a:r>
            <a:br/>
            <a:r>
              <a:t>};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development_plan/description.md — спецификация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9.2.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tick() вызывается 1 раз на каждый шаг симулятора.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development_plan/description.md — спецификация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9.3. Логика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Если: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development_plan/description.md — спецификация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9.3. Логика — код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68680"/>
            <a:ext cx="85039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B1B1B"/>
                </a:solidFill>
                <a:latin typeface="Courier New"/>
              </a:defRPr>
            </a:pPr>
            <a:r>
              <a:t>CNT &gt;= ARR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development_plan/description.md — спецификация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9.3. Логика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Тогда: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development_plan/description.md — спецификация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9.3. Логика — код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68680"/>
            <a:ext cx="85039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B1B1B"/>
                </a:solidFill>
                <a:latin typeface="Courier New"/>
              </a:defRPr>
            </a:pPr>
            <a:r>
              <a:t>CNT = 0</a:t>
            </a:r>
            <a:br/>
            <a:r>
              <a:t>SR |= UIF</a:t>
            </a:r>
            <a:br/>
            <a:r>
              <a:t>если DIER &amp; UIE → nvic.set_pending()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development_plan/description.md — спецификация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10.1. Регистры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SR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DR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BRR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CR1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development_plan/description.md — спецификация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10.2. API — код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68680"/>
            <a:ext cx="85039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B1B1B"/>
                </a:solidFill>
                <a:latin typeface="Courier New"/>
              </a:defRPr>
            </a:pPr>
            <a:r>
              <a:t>class UART : public IPeripheral {</a:t>
            </a:r>
            <a:br/>
            <a:r>
              <a:t>public:</a:t>
            </a:r>
            <a:br/>
            <a:r>
              <a:t>    UART(INVIC&amp; nvic, uint32_t irq);</a:t>
            </a:r>
            <a:br/>
            <a:r>
              <a:t>    void tick();</a:t>
            </a:r>
            <a:br/>
            <a:r>
              <a:t>    void incoming_char(char c);</a:t>
            </a:r>
            <a:br/>
            <a:r>
              <a:t>};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development_plan/description.md — спецификация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10.3. Передача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Запись в DR запускает передачу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По завершении: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SR |= TXE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SR |= TC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Если CR1 &amp; TXEIE → set_pending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development_plan/description.md — спецификация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11.1. Breakpoint — код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68680"/>
            <a:ext cx="85039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B1B1B"/>
                </a:solidFill>
                <a:latin typeface="Courier New"/>
              </a:defRPr>
            </a:pPr>
            <a:r>
              <a:t>class Debugger {</a:t>
            </a:r>
            <a:br/>
            <a:r>
              <a:t>public:</a:t>
            </a:r>
            <a:br/>
            <a:r>
              <a:t>    void add_breakpoint(uint32_t addr);</a:t>
            </a:r>
            <a:br/>
            <a:r>
              <a:t>    bool check(uint32_t pc);</a:t>
            </a:r>
            <a:br/>
            <a:r>
              <a:t>};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development_plan/description.md — спецификация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12. Simulator (главный orchestrator) — код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68680"/>
            <a:ext cx="85039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B1B1B"/>
                </a:solidFill>
                <a:latin typeface="Courier New"/>
              </a:defRPr>
            </a:pPr>
            <a:r>
              <a:t>class Simulator {</a:t>
            </a:r>
            <a:br/>
            <a:r>
              <a:t>public:</a:t>
            </a:r>
            <a:br/>
            <a:r>
              <a:t>    void step();</a:t>
            </a:r>
            <a:br/>
            <a:r>
              <a:t>    void run();</a:t>
            </a:r>
            <a:br/>
            <a:r>
              <a:t>    void reset();</a:t>
            </a:r>
            <a:br/>
            <a:r>
              <a:t>};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development_plan/description.md — спецификация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12.1. Алгоритм step() — код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68680"/>
            <a:ext cx="85039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B1B1B"/>
                </a:solidFill>
                <a:latin typeface="Courier New"/>
              </a:defRPr>
            </a:pPr>
            <a:r>
              <a:t>timer.tick()</a:t>
            </a:r>
            <a:br/>
            <a:r>
              <a:t>uart.tick()</a:t>
            </a:r>
            <a:br/>
            <a:r>
              <a:t>core.step()</a:t>
            </a:r>
            <a:br/>
            <a:r>
              <a:t>если debugger.check(core.pc) → halt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development_plan/description.md — спецификация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13.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CLI обязателен.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Поддерживаемые команды: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development_plan/description.md — спецификация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13. UI — код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68680"/>
            <a:ext cx="85039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B1B1B"/>
                </a:solidFill>
                <a:latin typeface="Courier New"/>
              </a:defRPr>
            </a:pPr>
            <a:r>
              <a:t>run</a:t>
            </a:r>
            <a:br/>
            <a:r>
              <a:t>stop</a:t>
            </a:r>
            <a:br/>
            <a:r>
              <a:t>step [N]</a:t>
            </a:r>
            <a:br/>
            <a:r>
              <a:t>reset</a:t>
            </a:r>
            <a:br/>
            <a:r>
              <a:t>reg</a:t>
            </a:r>
            <a:br/>
            <a:r>
              <a:t>mem</a:t>
            </a:r>
            <a:br/>
            <a:r>
              <a:t>break</a:t>
            </a:r>
            <a:br/>
            <a:r>
              <a:t>quit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development_plan/description.md — спецификация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13.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Все команды синхронные.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development_plan/description.md — спецификация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14. Детерминизм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Симуляция должна быть полностью детерминированной: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Нет потоков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Нет случайных чисел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Нет реального времени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development_plan/description.md — спецификация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15. Минимальный набор инструкций Cortex-M3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Обязательно реализовать: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MOV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LDR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STR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ADD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SUB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MUL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AND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ORR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EOR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development_plan/description.md — спецификация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15. Минимальный набор инструкций Cortex-M3 (продолж.)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BEQ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BNE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development_plan/description.md — спецификация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16. Критические запреты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Нельзя вызывать периферию напрямую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Нельзя модифицировать NVIC вне его API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Нельзя менять порядок вызовов в step()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Нельзя использовать исключения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Нельзя использовать динамическую типизацию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development_plan/description.md — спецификация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17. Гарантии корректности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После reset():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development_plan/description.md — спецификация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17. Гарантии корректности — код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68680"/>
            <a:ext cx="85039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B1B1B"/>
                </a:solidFill>
                <a:latin typeface="Courier New"/>
              </a:defRPr>
            </a:pPr>
            <a:r>
              <a:t>SP = *(0x08000000)</a:t>
            </a:r>
            <a:br/>
            <a:r>
              <a:t>PC = *(0x08000004)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development_plan/description.md — спецификация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18. Итоговая последовательность инициализации — код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68680"/>
            <a:ext cx="85039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B1B1B"/>
                </a:solidFill>
                <a:latin typeface="Courier New"/>
              </a:defRPr>
            </a:pPr>
            <a:r>
              <a:t>Memory</a:t>
            </a:r>
            <a:br/>
            <a:r>
              <a:t>NVIC</a:t>
            </a:r>
            <a:br/>
            <a:r>
              <a:t>Bus</a:t>
            </a:r>
            <a:br/>
            <a:r>
              <a:t>Timer</a:t>
            </a:r>
            <a:br/>
            <a:r>
              <a:t>UART</a:t>
            </a:r>
            <a:br/>
            <a:r>
              <a:t>Core</a:t>
            </a:r>
            <a:br/>
            <a:r>
              <a:t>Debugger</a:t>
            </a:r>
            <a:br/>
            <a:r>
              <a:t>Simulator</a:t>
            </a:r>
            <a:br/>
            <a:r>
              <a:t>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development_plan/description.md — спецификация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19. Требования к тестированию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Обязательно: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Unit-тест Timer overflow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Unit-тест UART TX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Unit-тест NVIC priority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Интеграционный тест: прерывание от Timer вызывает обработчик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development_plan/description.md — спецификация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20. Завершенность реализации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Реализация считается завершенной, если: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Загружается бинарник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Таймер генерирует IRQ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UART выводит символы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Breakpoint останавливает выполнение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run/step работают корректно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Если нужно — могу дополнительно: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сформировать архитектурную диаграмму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написать skeleton-код проекта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подготовить CMakeLists.txt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добавить UML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development_plan/description.md — спецификация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20. Завершенность реализации (продолж.)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подготовить реализацию минимального MVP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Скажи, что нужно дальше.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development_plan/description.md — спецификация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Документ: docs/gateway.md — онлайн-лаборатория (дизайн)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Файл: docs/gateway.md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Далее — разделы по заголовкам # 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Оглавление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[Обзор системы](#1-обзор-системы)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[Архитектура с поддержкой GDB](#2-архитектура-с-поддержкой-gdb)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[Компоненты](#3-компоненты)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[API Gateway (Внешнее API)](#4-api-gateway-внешнее-api)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[Протоколы KeyDB](#5-протоколы-keydb)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[Воркер с GDB-сервером](#6-воркер-с-gdb-сервером)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[Клиентская часть (GDB)](#7-клиентская-часть-gdb)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[Хранилище данных](#8-хранилище-данных)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[Безопасность и аутентификация](#9-безопасность-и-аутентификация)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[Observability (OpenTelemetry)](#10-observability-opentelemetry)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[Деплой и масштабирование](#11-деплой-и-масштабирование)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docs/gateway.md — онлайн-лаборатория (дизайн)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Оглавление (продолж.)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[Спецификация реализации](#12-спецификация-реализации)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docs/gateway.md — онлайн-лаборатория (дизайн)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1.1 Назначение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222222"/>
                </a:solidFill>
              </a:defRPr>
            </a:pPr>
            <a:r>
              <a:t>Система онлайн-лаборатории позволяет клиентам отправлять бинарные файлы (прошивки) для симуляции на</a:t>
            </a:r>
          </a:p>
          <a:p>
            <a:pPr>
              <a:spcAft>
                <a:spcPts val="300"/>
              </a:spcAft>
              <a:defRPr sz="1000">
                <a:solidFill>
                  <a:srgbClr val="222222"/>
                </a:solidFill>
              </a:defRPr>
            </a:pPr>
            <a:r>
              <a:t>виртуальных платах. Клиенты получают поток событий в реальном времени: логи выполнения, телеметрию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GPIO/UART/I2C/SPI, статусы симуляции. **Поддерживается удаленная отладка через GDB**.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docs/gateway.md — онлайн-лаборатория (дизайн)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1.2 Ключевые особенности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**Асинхронная обработка** через KeyDB как единую шину данных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**Масштабируемость** горизонтальная (больше воркеров = больше параллельных симуляций)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**Отказоустойчивость** (при падении воркера задача возвращается в очередь)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**SSE для клиентов** (простота интеграции с браузерами)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**GDB-отладка** (remote debugging через TCP-туннель)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**Полная наблюдаемость** через OpenTelemetry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docs/gateway.md — онлайн-лаборатория (дизайн)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1.3 Принципиальные решения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✅ **Хэширование**: SHA-256 от декодированного бинарника (в аудит и БД)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✅ **Клиентский протокол**: SSE (`GET /events`) для потоковой передачи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✅ **Gateway**: только планирование и маршрутизация, ничего не исполняет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✅ **Коммуникация**: KeyDB (очереди + Pub/Sub), никаких прямых вызовов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✅ **Воркеры**: Pull-модель, сами забирают задачи из очереди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✅ **Отладка**: Воркер открывает GDB-порт, информация пробрасывается клиенту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docs/gateway.md — онлайн-лаборатория (дизайн)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D47A1"/>
                </a:solidFill>
              </a:defRPr>
            </a:pPr>
            <a:r>
              <a:t>Онлайн-лаборатория — обзор</a:t>
            </a:r>
          </a:p>
        </p:txBody>
      </p:sp>
      <p:pic>
        <p:nvPicPr>
          <p:cNvPr id="3" name="Picture 2" descr="gatew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8503920" cy="5236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Источник: docs/gateway.md — онлайн-лаборатория (дизайн) · docs/gateway.md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2.1 Диаграмма компонентов с отладкой — код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68680"/>
            <a:ext cx="85039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B1B1B"/>
                </a:solidFill>
                <a:latin typeface="Courier New"/>
              </a:defRPr>
            </a:pPr>
            <a:r>
              <a:t>┌─────────────┐     ┌─────────────────────────────────────┐     ┌──────────────┐</a:t>
            </a:r>
            <a:br/>
            <a:r>
              <a:t>│   Клиент    │────▶│         API Gateway (Go)            │────▶│   Postgres   │</a:t>
            </a:r>
            <a:br/>
            <a:r>
              <a:t>│  (браузер)  │◀────│  - REST API                         │     │  - аудит     │</a:t>
            </a:r>
            <a:br/>
            <a:r>
              <a:t>│             │     │  - SSE потоки                       │     │  - история   │</a:t>
            </a:r>
            <a:br/>
            <a:r>
              <a:t>│             │     │  - Публикация в KeyDB               │     └──────────────┘</a:t>
            </a:r>
            <a:br/>
            <a:r>
              <a:t>└─────────────┘     └───────────────┬─────────────────────┘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┌─────────────────────────────┐</a:t>
            </a:r>
            <a:br/>
            <a:r>
              <a:t>                    │         KeyDB               │</a:t>
            </a:r>
            <a:br/>
            <a:r>
              <a:t>                    │  - Очереди: pending/processing│</a:t>
            </a:r>
            <a:br/>
            <a:r>
              <a:t>                    │  - Hash: job:{id}, worker:{id}│</a:t>
            </a:r>
            <a:br/>
            <a:r>
              <a:t>                    │  - Pub/Sub: events, commands │</a:t>
            </a:r>
            <a:br/>
            <a:r>
              <a:t>                    └───────────────┬─────────────┘</a:t>
            </a:r>
            <a:br/>
            <a:r>
              <a:t>                                    │</a:t>
            </a:r>
            <a:br/>
            <a:r>
              <a:t>            ┌───────────────────────┼───────────────────────┐</a:t>
            </a:r>
            <a:br/>
            <a:r>
              <a:t>            ▼                       ▼                       ▼</a:t>
            </a:r>
            <a:br/>
            <a:r>
              <a:t>    ┌───────────────┐       ┌───────────────┐       ┌───────────────┐</a:t>
            </a:r>
            <a:br/>
            <a:r>
              <a:t>    │  Worker 1     │       │  Worker 2     │       │  Worker N     │</a:t>
            </a:r>
            <a:br/>
            <a:r>
              <a:t>    │  (Go)         │       │  (Go)         │       │  (Go)         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docs/gateway.md — онлайн-лаборатория (дизайн)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2.1 Диаграмма компонентов с отладкой — код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68680"/>
            <a:ext cx="85039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B1B1B"/>
                </a:solidFill>
                <a:latin typeface="Courier New"/>
              </a:defRPr>
            </a:pPr>
            <a:r>
              <a:t>    │  - Симуляция  │       │  - Симуляция  │       │  - Симуляция  │</a:t>
            </a:r>
            <a:br/>
            <a:r>
              <a:t>    │  - GDB порт   │       │  - GDB порт   │       │  - GDB порт   │</a:t>
            </a:r>
            <a:br/>
            <a:r>
              <a:t>    └───────────────┘       └───────────────┘       └───────────────┘</a:t>
            </a:r>
            <a:br/>
            <a:r>
              <a:t>            │                        │                        │</a:t>
            </a:r>
            <a:br/>
            <a:r>
              <a:t>            │                        │                        │</a:t>
            </a:r>
            <a:br/>
            <a:r>
              <a:t>    ┌───────▼───────┐        ┌───────▼───────┐        ┌───────▼───────┐</a:t>
            </a:r>
            <a:br/>
            <a:r>
              <a:t>    │  GDB клиент   │        │  GDB клиент   │        │  GDB клиент   │</a:t>
            </a:r>
            <a:br/>
            <a:r>
              <a:t>    │  (разработчик)│        │  (разработчик)│        │  (разработчик)│</a:t>
            </a:r>
            <a:br/>
            <a:r>
              <a:t>    └───────────────┘        └───────────────┘        └───────────────┘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docs/gateway.md — онлайн-лаборатория (дизайн)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2.2 Поток данных с отладкой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**Клиент** → `POST /v1/jobs` (base64 бинарник + флаг `debug: true`)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**Gateway**: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Декодирует, считает SHA-256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Сохраняет в Postgres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**KeyDB**: `HSET job:{id} debug=true ...` + `LPUSH jobs:pending {id}`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**Worker** (циклически):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`BRPOPLPUSH jobs:pending jobs:processing` → получает job_id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Если `debug=true`, запускает симулятор с GDB-сервером на случайном порту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**KeyDB**: `HSET job:{id} state=running gdb_port=XXXXX worker_ip=YYY`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Публикует события: `PUBLISH events:job:{id} {...}`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**Gateway** (для SSE клиента):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docs/gateway.md — онлайн-лаборатория (дизайн)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2.2 Поток данных с отладкой (продолж.)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Подписка: `SUBSCRIBE events:job:{id}`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Трансляция событий клиенту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В событии `status:running` передается `gdb_host` и `gdb_port`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**Разработчик** (из GDB):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docs/gateway.md — онлайн-лаборатория (дизайн)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2.2 Поток данных с отладкой — код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68680"/>
            <a:ext cx="85039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B1B1B"/>
                </a:solidFill>
                <a:latin typeface="Courier New"/>
              </a:defRPr>
            </a:pPr>
            <a:r>
              <a:t>   (gdb) target remote &lt;worker_ip&gt;:&lt;gdb_port&gt;</a:t>
            </a:r>
            <a:br/>
            <a:r>
              <a:t>   (gdb) continue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docs/gateway.md — онлайн-лаборатория (дизайн)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2.2 Поток данных с отладкой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**Воркер** пробрасывает GDB-протокол напрямую между симулятором и клиентом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docs/gateway.md — онлайн-лаборатория (дизайн)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3.1 API Gateway (Go)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Аспект — Детали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**Язык** — Go 1.21+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**Фреймворк** — Chi/Router (или стандартный net/http)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**Порт** — 8080 (REST), 8081 (метрики)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**Регистрация** — Stateless, горизонтальное масштабирование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**Обязанности:**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Аутентификация клиентов (API Key → user_id)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Валидация входных данных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Поддержка флага `debug` в запросе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Проброс информации о GDB-порте клиенту через SSE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**НЕ участвует в GDB-трафике** (прямое соединение клиент-воркер)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docs/gateway.md — онлайн-лаборатория (дизайн)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3.2 Simulator Worker с GDB-поддержкой (Go)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Аспект — Детали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**Язык** — Go 1.21+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**Порт** — динамический (GDB), обычно 1234-1244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**Concurrency** — 1 задача на воркер (для отладки критично)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**Обязанности:**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Heartbeat регистрация в KeyDB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Pull задач из очереди `jobs:pending`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**Для debug-задач**: запуск симулятора с встроенным GDB-сервером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**Для обычных задач**: запуск без отладки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Публикация событий (логи, телеметрия, статусы)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Обработка команд остановки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docs/gateway.md — онлайн-лаборатория (дизайн)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3.2 Simulator Worker с GDB-поддержкой (Go) (продолж.)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**Проброс GDB-соединения** между симулятором и клиентом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docs/gateway.md — онлайн-лаборатория (дизайн)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3.3 GDB-сервер (встроенный в симулятор)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Аспект — Детали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**Реализация** — Встроенный gdbstub или внешний gdbserver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**Протокол** — GDB Remote Serial Protocol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**Порт** — TCP, динамический (рандомный из диапазона)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docs/gateway.md — онлайн-лаборатория (дизайн)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3.4 KeyDB (Шина данных)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Аспект — Детали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**Версия** — 6.2+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**Порт** — 6379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**Persistance** — AOF + RDB (опционально)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**Новые структуры для отладки:**</a:t>
            </a:r>
          </a:p>
          <a:p>
            <a:pPr>
              <a:spcAft>
                <a:spcPts val="300"/>
              </a:spcAft>
              <a:defRPr sz="1000">
                <a:solidFill>
                  <a:srgbClr val="222222"/>
                </a:solidFill>
              </a:defRPr>
            </a:pPr>
            <a:r>
              <a:t>В Hash `job:{job_id}` добавляются поля: `debug`, `gdb_port`, `gdb_host`, `gdb_password` (если нужна аутентификация)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docs/gateway.md — онлайн-лаборатория (дизайн)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4.1 Создание задания с поддержкой отладки — код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68680"/>
            <a:ext cx="85039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B1B1B"/>
                </a:solidFill>
                <a:latin typeface="Courier New"/>
              </a:defRPr>
            </a:pPr>
            <a:r>
              <a:t>/jobs:</a:t>
            </a:r>
            <a:br/>
            <a:r>
              <a:t>  post:</a:t>
            </a:r>
            <a:br/>
            <a:r>
              <a:t>    summary: Создать новое задание на симуляцию</a:t>
            </a:r>
            <a:br/>
            <a:r>
              <a:t>    requestBody:</a:t>
            </a:r>
            <a:br/>
            <a:r>
              <a:t>      required: true</a:t>
            </a:r>
            <a:br/>
            <a:r>
              <a:t>      content:</a:t>
            </a:r>
            <a:br/>
            <a:r>
              <a:t>        application/json:</a:t>
            </a:r>
            <a:br/>
            <a:r>
              <a:t>          schema:</a:t>
            </a:r>
            <a:br/>
            <a:r>
              <a:t>            type: object</a:t>
            </a:r>
            <a:br/>
            <a:r>
              <a:t>            required:</a:t>
            </a:r>
            <a:br/>
            <a:r>
              <a:t>              - binary_b64</a:t>
            </a:r>
            <a:br/>
            <a:r>
              <a:t>            properties:</a:t>
            </a:r>
            <a:br/>
            <a:r>
              <a:t>              binary_b64:</a:t>
            </a:r>
            <a:br/>
            <a:r>
              <a:t>                type: string</a:t>
            </a:r>
            <a:br/>
            <a:r>
              <a:t>                description: Base64-encoded бинарный файл прошивки</a:t>
            </a:r>
            <a:br/>
            <a:r>
              <a:t>              debug:</a:t>
            </a:r>
            <a:br/>
            <a:r>
              <a:t>                type: boolean</a:t>
            </a:r>
            <a:br/>
            <a:r>
              <a:t>                default: false</a:t>
            </a:r>
            <a:br/>
            <a:r>
              <a:t>                description: Запустить с поддержкой GDB-отладки</a:t>
            </a:r>
            <a:br/>
            <a:r>
              <a:t>              timeout_seconds: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docs/gateway.md — онлайн-лаборатория (дизайн)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4.1 Создание задания с поддержкой отладки — код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68680"/>
            <a:ext cx="85039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B1B1B"/>
                </a:solidFill>
                <a:latin typeface="Courier New"/>
              </a:defRPr>
            </a:pPr>
            <a:r>
              <a:t>                type: integer</a:t>
            </a:r>
            <a:br/>
            <a:r>
              <a:t>                default: 30</a:t>
            </a:r>
            <a:br/>
            <a:r>
              <a:t>                minimum: 5</a:t>
            </a:r>
            <a:br/>
            <a:r>
              <a:t>                maximum: 300</a:t>
            </a:r>
            <a:br/>
            <a:r>
              <a:t>    responses:</a:t>
            </a:r>
            <a:br/>
            <a:r>
              <a:t>      '202':</a:t>
            </a:r>
            <a:br/>
            <a:r>
              <a:t>        description: Задание принято в обработку</a:t>
            </a:r>
            <a:br/>
            <a:r>
              <a:t>        content:</a:t>
            </a:r>
            <a:br/>
            <a:r>
              <a:t>          application/json:</a:t>
            </a:r>
            <a:br/>
            <a:r>
              <a:t>            schema:</a:t>
            </a:r>
            <a:br/>
            <a:r>
              <a:t>              type: object</a:t>
            </a:r>
            <a:br/>
            <a:r>
              <a:t>              properties:</a:t>
            </a:r>
            <a:br/>
            <a:r>
              <a:t>                job_id:</a:t>
            </a:r>
            <a:br/>
            <a:r>
              <a:t>                  type: string</a:t>
            </a:r>
            <a:br/>
            <a:r>
              <a:t>                sha256:</a:t>
            </a:r>
            <a:br/>
            <a:r>
              <a:t>                  type: string</a:t>
            </a:r>
            <a:br/>
            <a:r>
              <a:t>                debug:</a:t>
            </a:r>
            <a:br/>
            <a:r>
              <a:t>                  type: boolean</a:t>
            </a:r>
            <a:br/>
            <a:r>
              <a:t>                status_url:</a:t>
            </a:r>
            <a:br/>
            <a:r>
              <a:t>                  type: string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docs/gateway.md — онлайн-лаборатория (дизайн)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4.1 Создание задания с поддержкой отладки — код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68680"/>
            <a:ext cx="85039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B1B1B"/>
                </a:solidFill>
                <a:latin typeface="Courier New"/>
              </a:defRPr>
            </a:pPr>
            <a:r>
              <a:t>                events_url:</a:t>
            </a:r>
            <a:br/>
            <a:r>
              <a:t>                  type: string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docs/gateway.md — онлайн-лаборатория (дизайн)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4.2 События SSE для отладки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При запуске задания в debug-режиме, воркер публикует событие: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docs/gateway.md — онлайн-лаборатория (дизайн)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4.2 События SSE для отладки — код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68680"/>
            <a:ext cx="85039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B1B1B"/>
                </a:solidFill>
                <a:latin typeface="Courier New"/>
              </a:defRPr>
            </a:pPr>
            <a:r>
              <a:t>{</a:t>
            </a:r>
            <a:br/>
            <a:r>
              <a:t>  "type": "status",</a:t>
            </a:r>
            <a:br/>
            <a:r>
              <a:t>  "state": "running",</a:t>
            </a:r>
            <a:br/>
            <a:r>
              <a:t>  "worker_id": "worker-01",</a:t>
            </a:r>
            <a:br/>
            <a:r>
              <a:t>  "debug": true,</a:t>
            </a:r>
            <a:br/>
            <a:r>
              <a:t>  "gdb": {</a:t>
            </a:r>
            <a:br/>
            <a:r>
              <a:t>    "host": "worker-01.lab.internal",</a:t>
            </a:r>
            <a:br/>
            <a:r>
              <a:t>    "port": 12345,</a:t>
            </a:r>
            <a:br/>
            <a:r>
              <a:t>    "protocol": "tcp"</a:t>
            </a:r>
            <a:br/>
            <a:r>
              <a:t>  },</a:t>
            </a:r>
            <a:br/>
            <a:r>
              <a:t>  "timestamp": "2024-01-01T12:00:05Z"</a:t>
            </a:r>
            <a:br/>
            <a: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docs/gateway.md — онлайн-лаборатория (дизайн)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4.3 Информация о GDB для клиента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Gateway также предоставляет эндпоинт для получения информации о GDB-подключении: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docs/gateway.md — онлайн-лаборатория (дизайн)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4.3 Информация о GDB для клиента — код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68680"/>
            <a:ext cx="85039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B1B1B"/>
                </a:solidFill>
                <a:latin typeface="Courier New"/>
              </a:defRPr>
            </a:pPr>
            <a:r>
              <a:t>GET /v1/jobs/{job_id}/gdb-info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docs/gateway.md — онлайн-лаборатория (дизайн)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4.3 Информация о GDB для клиента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Response: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docs/gateway.md — онлайн-лаборатория (дизайн)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4.3 Информация о GDB для клиента — код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68680"/>
            <a:ext cx="85039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B1B1B"/>
                </a:solidFill>
                <a:latin typeface="Courier New"/>
              </a:defRPr>
            </a:pPr>
            <a:r>
              <a:t>{</a:t>
            </a:r>
            <a:br/>
            <a:r>
              <a:t>  "job_id": "01H2X5J4K6",</a:t>
            </a:r>
            <a:br/>
            <a:r>
              <a:t>  "debug_enabled": true,</a:t>
            </a:r>
            <a:br/>
            <a:r>
              <a:t>  "gdb_host": "worker-01.lab.internal",</a:t>
            </a:r>
            <a:br/>
            <a:r>
              <a:t>  "gdb_port": 12345,</a:t>
            </a:r>
            <a:br/>
            <a:r>
              <a:t>  "connection_string": "target remote worker-01.lab.internal:12345",</a:t>
            </a:r>
            <a:br/>
            <a:r>
              <a:t>  "status": "listening",</a:t>
            </a:r>
            <a:br/>
            <a:r>
              <a:t>  "connected": false</a:t>
            </a:r>
            <a:br/>
            <a: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docs/gateway.md — онлайн-лаборатория (дизайн)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5.1 Новые поля в метаданных задания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**Ключ**: `job:{job_id}` (Hash)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Поле — Тип — Описание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`debug` — boolean — Флаг отладки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`gdb_port` — integer — Порт GDB-сервера на воркере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`gdb_host` — string — IP/хост воркера (для подключения)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`gdb_password` — string — (опционально) пароль для защищенного подключения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`gdb_connected` — boolean — Подключился ли отладчик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docs/gateway.md — онлайн-лаборатория (дизайн)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5.2 Пример создания debug-задания — код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68680"/>
            <a:ext cx="85039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B1B1B"/>
                </a:solidFill>
                <a:latin typeface="Courier New"/>
              </a:defRPr>
            </a:pPr>
            <a:r>
              <a:t>MULTI</a:t>
            </a:r>
            <a:br/>
            <a:r>
              <a:t>HSET job:01H2X5J4K6 </a:t>
            </a:r>
            <a:br/>
            <a:r>
              <a:t>    state=queued </a:t>
            </a:r>
            <a:br/>
            <a:r>
              <a:t>    user_id=user123 </a:t>
            </a:r>
            <a:br/>
            <a:r>
              <a:t>    sha256=e3b0c44... </a:t>
            </a:r>
            <a:br/>
            <a:r>
              <a:t>    created_at=2024-01-01T12:00:00Z</a:t>
            </a:r>
            <a:br/>
            <a:r>
              <a:t>    debug=true</a:t>
            </a:r>
            <a:br/>
            <a:r>
              <a:t>LPUSH jobs:pending 01H2X5J4K6</a:t>
            </a:r>
            <a:br/>
            <a:r>
              <a:t>EXEC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docs/gateway.md — онлайн-лаборатория (дизайн)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Воркер забрал задание, запустил GDB-сервер на порту 12345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HSET job:01H2X5J4K6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state=running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worker_id=worker-01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started_at=2024-01-01T12:00:05Z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gdb_port=12345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gdb_host=192.168.1.100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gdb_connected=false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PUBLISH events:job:01H2X5J4K6 '{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"type":"status",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"state":"running",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"debug":true,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docs/gateway.md — онлайн-лаборатория (дизайн)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Воркер забрал задание, запустил GDB-сервер на порту 12345 (продолж.)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"gdb":{"host":"192.168.1.100","port":12345}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}'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docs/gateway.md — онлайн-лаборатория (дизайн)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Воркер забрал задание, запустил GDB-сервер на порту 12345 — код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68680"/>
            <a:ext cx="85039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B1B1B"/>
                </a:solidFill>
                <a:latin typeface="Courier New"/>
              </a:defRPr>
            </a:pPr>
            <a:br/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docs/gateway.md — онлайн-лаборатория (дизайн)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6.1 Два режима работы воркера — код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68680"/>
            <a:ext cx="85039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B1B1B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┌─────────────────────────────────────────────────┐</a:t>
            </a:r>
            <a:br/>
            <a:r>
              <a:t>│                    Worker                        │</a:t>
            </a:r>
            <a:br/>
            <a:r>
              <a:t>├─────────────────────────────────────────────────┤</a:t>
            </a:r>
            <a:br/>
            <a:r>
              <a:t>│  ┌─────────────────────┐  ┌─────────────────────┐│</a:t>
            </a:r>
            <a:br/>
            <a:r>
              <a:t>│  │   Normal Mode       │  │   Debug Mode        ││</a:t>
            </a:r>
            <a:br/>
            <a:r>
              <a:t>│  │   - Запуск симуляции│  │   - Запуск симуляции││</a:t>
            </a:r>
            <a:br/>
            <a:r>
              <a:t>│  │   - Публикация логов│  │   - Публикация логов││</a:t>
            </a:r>
            <a:br/>
            <a:r>
              <a:t>│  │   - Обычный таймаут │  │   - GDB сервер на   ││</a:t>
            </a:r>
            <a:br/>
            <a:r>
              <a:t>│  │                     │  │     порту X         ││</a:t>
            </a:r>
            <a:br/>
            <a:r>
              <a:t>│  │                     │  │   - Ожидание GDB    ││</a:t>
            </a:r>
            <a:br/>
            <a:r>
              <a:t>│  │                     │  │     подключения     ││</a:t>
            </a:r>
            <a:br/>
            <a:r>
              <a:t>│  │                     │  │   - Бесконечный/    ││</a:t>
            </a:r>
            <a:br/>
            <a:r>
              <a:t>│  │                     │  │     увеличенный     ││</a:t>
            </a:r>
            <a:br/>
            <a:r>
              <a:t>│  │                     │  │     таймаут         ││</a:t>
            </a:r>
            <a:br/>
            <a:r>
              <a:t>│  └─────────────────────┘  └─────────────────────┘│</a:t>
            </a:r>
            <a:br/>
            <a:r>
              <a:t>└─────────────────────────────────────────────────┘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docs/gateway.md — онлайн-лаборатория (дизайн)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6.2 Реализация GDB-сервера в симуляторе — код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68680"/>
            <a:ext cx="85039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B1B1B"/>
                </a:solidFill>
                <a:latin typeface="Courier New"/>
              </a:defRPr>
            </a:pPr>
            <a:r>
              <a:t>type GDBServer struct {</a:t>
            </a:r>
            <a:br/>
            <a:r>
              <a:t>    port        int</a:t>
            </a:r>
            <a:br/>
            <a:r>
              <a:t>    simulator   *Simulator</a:t>
            </a:r>
            <a:br/>
            <a:r>
              <a:t>    connections chan net.Conn</a:t>
            </a:r>
            <a:br/>
            <a:r>
              <a:t>    stopChan    chan bool</a:t>
            </a:r>
            <a:br/>
            <a:r>
              <a:t>}</a:t>
            </a:r>
            <a:br/>
            <a:br/>
            <a:r>
              <a:t>func (s *Simulator) StartWithGDB(port int) error {</a:t>
            </a:r>
            <a:br/>
            <a:r>
              <a:t>    // Запускаем GDB-сервер</a:t>
            </a:r>
            <a:br/>
            <a:r>
              <a:t>    gdbServer := &amp;GDBServer{</a:t>
            </a:r>
            <a:br/>
            <a:r>
              <a:t>        port:      port,</a:t>
            </a:r>
            <a:br/>
            <a:r>
              <a:t>        simulator: s,</a:t>
            </a:r>
            <a:br/>
            <a:r>
              <a:t>    }</a:t>
            </a:r>
            <a:br/>
            <a:r>
              <a:t>    </a:t>
            </a:r>
            <a:br/>
            <a:r>
              <a:t>    go gdbServer.Listen()</a:t>
            </a:r>
            <a:br/>
            <a:r>
              <a:t>    </a:t>
            </a:r>
            <a:br/>
            <a:r>
              <a:t>    // Ожидаем подключения отладчика (опционально)</a:t>
            </a:r>
            <a:br/>
            <a:r>
              <a:t>    select {</a:t>
            </a:r>
            <a:br/>
            <a:r>
              <a:t>    case &lt;-gdbServer.connections:</a:t>
            </a:r>
            <a:br/>
            <a:r>
              <a:t>        log.Info("GDB client connected")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docs/gateway.md — онлайн-лаборатория (дизайн)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6.2 Реализация GDB-сервера в симуляторе — код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68680"/>
            <a:ext cx="85039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B1B1B"/>
                </a:solidFill>
                <a:latin typeface="Courier New"/>
              </a:defRPr>
            </a:pPr>
            <a:r>
              <a:t>    case &lt;-time.After(30 * time.Second):</a:t>
            </a:r>
            <a:br/>
            <a:r>
              <a:t>        // Продолжаем даже без отладчика</a:t>
            </a:r>
            <a:br/>
            <a:r>
              <a:t>        log.Warn("No GDB client connected within timeout")</a:t>
            </a:r>
            <a:br/>
            <a:r>
              <a:t>    }</a:t>
            </a:r>
            <a:br/>
            <a:r>
              <a:t>    </a:t>
            </a:r>
            <a:br/>
            <a:r>
              <a:t>    return nil</a:t>
            </a:r>
            <a:br/>
            <a:r>
              <a:t>}</a:t>
            </a:r>
            <a:br/>
            <a:br/>
            <a:r>
              <a:t>func (g *GDBServer) Listen() {</a:t>
            </a:r>
            <a:br/>
            <a:r>
              <a:t>    listener, err := net.Listen("tcp", fmt.Sprintf(":%d", g.port))</a:t>
            </a:r>
            <a:br/>
            <a:r>
              <a:t>    if err != nil {</a:t>
            </a:r>
            <a:br/>
            <a:r>
              <a:t>        log.Error(err)</a:t>
            </a:r>
            <a:br/>
            <a:r>
              <a:t>        return</a:t>
            </a:r>
            <a:br/>
            <a:r>
              <a:t>    }</a:t>
            </a:r>
            <a:br/>
            <a:r>
              <a:t>    </a:t>
            </a:r>
            <a:br/>
            <a:r>
              <a:t>    for {</a:t>
            </a:r>
            <a:br/>
            <a:r>
              <a:t>        conn, err := listener.Accept()</a:t>
            </a:r>
            <a:br/>
            <a:r>
              <a:t>        if err != nil {</a:t>
            </a:r>
            <a:br/>
            <a:r>
              <a:t>            return</a:t>
            </a:r>
            <a:br/>
            <a:r>
              <a:t>       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docs/gateway.md — онлайн-лаборатория (дизайн)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6.2 Реализация GDB-сервера в симуляторе — код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68680"/>
            <a:ext cx="85039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B1B1B"/>
                </a:solidFill>
                <a:latin typeface="Courier New"/>
              </a:defRPr>
            </a:pPr>
            <a:r>
              <a:t>        </a:t>
            </a:r>
            <a:br/>
            <a:r>
              <a:t>        // Обрабатываем GDB протокол</a:t>
            </a:r>
            <a:br/>
            <a:r>
              <a:t>        go g.handleGDBConnection(conn)</a:t>
            </a:r>
            <a:br/>
            <a:r>
              <a:t>    }</a:t>
            </a:r>
            <a:br/>
            <a:r>
              <a:t>}</a:t>
            </a:r>
            <a:br/>
            <a:br/>
            <a:r>
              <a:t>func (g *GDBServer) handleGDBConnection(conn net.Conn) {</a:t>
            </a:r>
            <a:br/>
            <a:r>
              <a:t>    defer conn.Close()</a:t>
            </a:r>
            <a:br/>
            <a:r>
              <a:t>    </a:t>
            </a:r>
            <a:br/>
            <a:r>
              <a:t>    // GDB Remote Serial Protocol implementation</a:t>
            </a:r>
            <a:br/>
            <a:r>
              <a:t>    buffer := make([]byte, 4096)</a:t>
            </a:r>
            <a:br/>
            <a:r>
              <a:t>    for {</a:t>
            </a:r>
            <a:br/>
            <a:r>
              <a:t>        n, err := conn.Read(buffer)</a:t>
            </a:r>
            <a:br/>
            <a:r>
              <a:t>        if err != nil {</a:t>
            </a:r>
            <a:br/>
            <a:r>
              <a:t>            return</a:t>
            </a:r>
            <a:br/>
            <a:r>
              <a:t>        }</a:t>
            </a:r>
            <a:br/>
            <a:r>
              <a:t>        </a:t>
            </a:r>
            <a:br/>
            <a:r>
              <a:t>        // Парсим команды GDB ($g, $m, $p, etc)</a:t>
            </a:r>
            <a:br/>
            <a:r>
              <a:t>        cmd := string(buffer[:n])</a:t>
            </a:r>
            <a:br/>
            <a:r>
              <a:t>        response := g.processGDBCommand(cmd)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docs/gateway.md — онлайн-лаборатория (дизайн)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6.2 Реализация GDB-сервера в симуляторе — код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68680"/>
            <a:ext cx="85039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B1B1B"/>
                </a:solidFill>
                <a:latin typeface="Courier New"/>
              </a:defRPr>
            </a:pPr>
            <a:r>
              <a:t>        </a:t>
            </a:r>
            <a:br/>
            <a:r>
              <a:t>        conn.Write([]byte(response))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docs/gateway.md — онлайн-лаборатория (дизайн)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6.3 Интеграция с симулятором — код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68680"/>
            <a:ext cx="85039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B1B1B"/>
                </a:solidFill>
                <a:latin typeface="Courier New"/>
              </a:defRPr>
            </a:pPr>
            <a:r>
              <a:t>func (w *Worker) executeDebugJob(ctx context.Context, jobID string) {</a:t>
            </a:r>
            <a:br/>
            <a:r>
              <a:t>    // Выбираем случайный порт из диапазона</a:t>
            </a:r>
            <a:br/>
            <a:r>
              <a:t>    port := w.getFreePort(1234, 1244)</a:t>
            </a:r>
            <a:br/>
            <a:r>
              <a:t>    </a:t>
            </a:r>
            <a:br/>
            <a:r>
              <a:t>    // Обновляем статус с информацией о GDB</a:t>
            </a:r>
            <a:br/>
            <a:r>
              <a:t>    w.redis.HSet(ctx, "job:"+jobID,</a:t>
            </a:r>
            <a:br/>
            <a:r>
              <a:t>        "state", "running",</a:t>
            </a:r>
            <a:br/>
            <a:r>
              <a:t>        "gdb_port", port,</a:t>
            </a:r>
            <a:br/>
            <a:r>
              <a:t>        "gdb_host", w.getExternalIP(),</a:t>
            </a:r>
            <a:br/>
            <a:r>
              <a:t>        "gdb_connected", false)</a:t>
            </a:r>
            <a:br/>
            <a:r>
              <a:t>    </a:t>
            </a:r>
            <a:br/>
            <a:r>
              <a:t>    // Публикуем событие для клиента</a:t>
            </a:r>
            <a:br/>
            <a:r>
              <a:t>    w.publishEvent(jobID, map[string]interface{}{</a:t>
            </a:r>
            <a:br/>
            <a:r>
              <a:t>        "type": "status",</a:t>
            </a:r>
            <a:br/>
            <a:r>
              <a:t>        "state": "running",</a:t>
            </a:r>
            <a:br/>
            <a:r>
              <a:t>        "debug": true,</a:t>
            </a:r>
            <a:br/>
            <a:r>
              <a:t>        "gdb": map[string]interface{}{</a:t>
            </a:r>
            <a:br/>
            <a:r>
              <a:t>            "host": w.getExternalIP(),</a:t>
            </a:r>
            <a:br/>
            <a:r>
              <a:t>            "port": port,</a:t>
            </a:r>
            <a:br/>
            <a:r>
              <a:t>        },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docs/gateway.md — онлайн-лаборатория (дизайн)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6.3 Интеграция с симулятором — код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68680"/>
            <a:ext cx="85039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B1B1B"/>
                </a:solidFill>
                <a:latin typeface="Courier New"/>
              </a:defRPr>
            </a:pPr>
            <a:r>
              <a:t>    })</a:t>
            </a:r>
            <a:br/>
            <a:r>
              <a:t>    </a:t>
            </a:r>
            <a:br/>
            <a:r>
              <a:t>    // Запускаем симулятор с GDB</a:t>
            </a:r>
            <a:br/>
            <a:r>
              <a:t>    sim := NewSimulator(jobID)</a:t>
            </a:r>
            <a:br/>
            <a:r>
              <a:t>    </a:t>
            </a:r>
            <a:br/>
            <a:r>
              <a:t>    // Канал для отслеживания GDB-подключения</a:t>
            </a:r>
            <a:br/>
            <a:r>
              <a:t>    gdbConnected := make(chan bool)</a:t>
            </a:r>
            <a:br/>
            <a:r>
              <a:t>    </a:t>
            </a:r>
            <a:br/>
            <a:r>
              <a:t>    // Запускаем GDB-сервер в отдельной горутине</a:t>
            </a:r>
            <a:br/>
            <a:r>
              <a:t>    go func() {</a:t>
            </a:r>
            <a:br/>
            <a:r>
              <a:t>        err := sim.StartGDB(port)</a:t>
            </a:r>
            <a:br/>
            <a:r>
              <a:t>        if err == nil {</a:t>
            </a:r>
            <a:br/>
            <a:r>
              <a:t>            gdbConnected &lt;- true</a:t>
            </a:r>
            <a:br/>
            <a:r>
              <a:t>            w.redis.HSet(ctx, "job:"+jobID, "gdb_connected", true)</a:t>
            </a:r>
            <a:br/>
            <a:r>
              <a:t>        }</a:t>
            </a:r>
            <a:br/>
            <a:r>
              <a:t>    }()</a:t>
            </a:r>
            <a:br/>
            <a:r>
              <a:t>    </a:t>
            </a:r>
            <a:br/>
            <a:r>
              <a:t>    // Ждем подключения отладчика или таймаут</a:t>
            </a:r>
            <a:br/>
            <a:r>
              <a:t>    select {</a:t>
            </a:r>
            <a:br/>
            <a:r>
              <a:t>    case &lt;-gdbConnected: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docs/gateway.md — онлайн-лаборатория (дизайн)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6.3 Интеграция с симулятором — код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68680"/>
            <a:ext cx="85039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B1B1B"/>
                </a:solidFill>
                <a:latin typeface="Courier New"/>
              </a:defRPr>
            </a:pPr>
            <a:r>
              <a:t>        log.Info("Debugger connected, starting simulation")</a:t>
            </a:r>
            <a:br/>
            <a:r>
              <a:t>    case &lt;-time.After(30 * time.Second):</a:t>
            </a:r>
            <a:br/>
            <a:r>
              <a:t>        log.Warn("No debugger connected, starting anyway")</a:t>
            </a:r>
            <a:br/>
            <a:r>
              <a:t>    }</a:t>
            </a:r>
            <a:br/>
            <a:r>
              <a:t>    </a:t>
            </a:r>
            <a:br/>
            <a:r>
              <a:t>    // Запускаем симуляцию (может быть заблокирована отладчиком)</a:t>
            </a:r>
            <a:br/>
            <a:r>
              <a:t>    err := sim.Run()</a:t>
            </a:r>
            <a:br/>
            <a:r>
              <a:t>    </a:t>
            </a:r>
            <a:br/>
            <a:r>
              <a:t>    // Завершаем</a:t>
            </a:r>
            <a:br/>
            <a:r>
              <a:t>    w.finishJob(ctx, jobID, err)</a:t>
            </a:r>
            <a:br/>
            <a: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docs/gateway.md — онлайн-лаборатория (дизайн)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6.4 Безопасность GDB-подключений — код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68680"/>
            <a:ext cx="85039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B1B1B"/>
                </a:solidFill>
                <a:latin typeface="Courier New"/>
              </a:defRPr>
            </a:pPr>
            <a:r>
              <a:t>// Опционально: аутентификация GDB-клиента</a:t>
            </a:r>
            <a:br/>
            <a:r>
              <a:t>func (g *GDBServer) authenticate(conn net.Conn) bool {</a:t>
            </a:r>
            <a:br/>
            <a:r>
              <a:t>    // Отправляем запрос пароля</a:t>
            </a:r>
            <a:br/>
            <a:r>
              <a:t>    conn.Write([]byte("$password#00"))</a:t>
            </a:r>
            <a:br/>
            <a:r>
              <a:t>    </a:t>
            </a:r>
            <a:br/>
            <a:r>
              <a:t>    buffer := make([]byte, 256)</a:t>
            </a:r>
            <a:br/>
            <a:r>
              <a:t>    n, _ := conn.Read(buffer)</a:t>
            </a:r>
            <a:br/>
            <a:r>
              <a:t>    </a:t>
            </a:r>
            <a:br/>
            <a:r>
              <a:t>    // Проверяем пароль из метаданных задания</a:t>
            </a:r>
            <a:br/>
            <a:r>
              <a:t>    expected := g.simulator.jobData["gdb_password"]</a:t>
            </a:r>
            <a:br/>
            <a:r>
              <a:t>    return strings.TrimSpace(string(buffer[:n])) == expected</a:t>
            </a:r>
            <a:br/>
            <a: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docs/gateway.md — онлайн-лаборатория (дизайн)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7.1 Процесс отладки для разработчика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**Разработчик отправляет задание** с флагом `debug: true` через REST API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**Получает информацию о GDB** через SSE или эндпоинт `/gdb-info`</a:t>
            </a:r>
          </a:p>
          <a:p>
            <a:pPr>
              <a:spcAft>
                <a:spcPts val="300"/>
              </a:spcAft>
              <a:defRPr sz="1000">
                <a:solidFill>
                  <a:srgbClr val="222222"/>
                </a:solidFill>
              </a:defRPr>
            </a:pPr>
            <a:r>
              <a:t>**Запускает GDB локально** с тем же бинарником (должен быть собран с отладочными символами):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docs/gateway.md — онлайн-лаборатория (дизайн)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7.1 Процесс отладки для разработчика — код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68680"/>
            <a:ext cx="85039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B1B1B"/>
                </a:solidFill>
                <a:latin typeface="Courier New"/>
              </a:defRPr>
            </a:pPr>
            <a:r>
              <a:t>   $ gdb ./firmware.elf</a:t>
            </a:r>
            <a:br/>
            <a:r>
              <a:t>   (gdb) target remote worker-01.lab.internal:12345</a:t>
            </a:r>
            <a:br/>
            <a:r>
              <a:t>   Remote debugging using worker-01.lab.internal:12345</a:t>
            </a:r>
            <a:br/>
            <a:r>
              <a:t>   0x08000134 in main ()</a:t>
            </a:r>
            <a:br/>
            <a:r>
              <a:t>   (gdb) break main.c:42</a:t>
            </a:r>
            <a:br/>
            <a:r>
              <a:t>   (gdb) continue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docs/gateway.md — онлайн-лаборатория (дизайн)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7.1 Процесс отладки для разработчика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**Отлаживает удаленно**: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Ставит брейкпоинты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Смотрит переменные (`print`, `info locals`)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Исследует память (`x/10x 0x20000000`)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Читает регистры (`info registers`)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Шагает по коду (`step`, `next`)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**Завершает отладку**: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docs/gateway.md — онлайн-лаборатория (дизайн)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7.1 Процесс отладки для разработчика — код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68680"/>
            <a:ext cx="85039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B1B1B"/>
                </a:solidFill>
                <a:latin typeface="Courier New"/>
              </a:defRPr>
            </a:pPr>
            <a:r>
              <a:t>   (gdb) detach</a:t>
            </a:r>
            <a:br/>
            <a:r>
              <a:t>   (gdb) quit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docs/gateway.md — онлайн-лаборатория (дизайн)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7.2 Пример сессии GDB — код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68680"/>
            <a:ext cx="85039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B1B1B"/>
                </a:solidFill>
                <a:latin typeface="Courier New"/>
              </a:defRPr>
            </a:pPr>
            <a:r>
              <a:t>$ gdb build/firmware.elf</a:t>
            </a:r>
            <a:br/>
            <a:r>
              <a:t>GNU gdb (Ubuntu 12.1-0ubuntu1) 12.1</a:t>
            </a:r>
            <a:br/>
            <a:r>
              <a:t>...</a:t>
            </a:r>
            <a:br/>
            <a:r>
              <a:t>Reading symbols from build/firmware.elf...</a:t>
            </a:r>
            <a:br/>
            <a:br/>
            <a:r>
              <a:t>(gdb) target remote 192.168.1.100:12345</a:t>
            </a:r>
            <a:br/>
            <a:r>
              <a:t>Remote debugging using 192.168.1.100:12345</a:t>
            </a:r>
            <a:br/>
            <a:r>
              <a:t>0x08000134 in Reset_Handler ()</a:t>
            </a:r>
            <a:br/>
            <a:br/>
            <a:r>
              <a:t>(gdb) break main</a:t>
            </a:r>
            <a:br/>
            <a:r>
              <a:t>Breakpoint 1 at 0x80001d0: file src/main.c, line 25.</a:t>
            </a:r>
            <a:br/>
            <a:br/>
            <a:r>
              <a:t>(gdb) info breakpoints</a:t>
            </a:r>
            <a:br/>
            <a:r>
              <a:t>Num     Type           Disp Enb Address    What</a:t>
            </a:r>
            <a:br/>
            <a:r>
              <a:t>1       breakpoint     keep y   0x080001d0 in main at src/main.c:25</a:t>
            </a:r>
            <a:br/>
            <a:br/>
            <a:r>
              <a:t>(gdb) continue</a:t>
            </a:r>
            <a:br/>
            <a:r>
              <a:t>Continuing.</a:t>
            </a:r>
            <a:br/>
            <a:br/>
            <a:r>
              <a:t>Breakpoint 1, main () at src/main.c:25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docs/gateway.md — онлайн-лаборатория (дизайн)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7.2 Пример сессии GDB — код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68680"/>
            <a:ext cx="85039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B1B1B"/>
                </a:solidFill>
                <a:latin typeface="Courier New"/>
              </a:defRPr>
            </a:pPr>
            <a:r>
              <a:t>25     HAL_Init();</a:t>
            </a:r>
            <a:br/>
            <a:br/>
            <a:r>
              <a:t>(gdb) next</a:t>
            </a:r>
            <a:br/>
            <a:r>
              <a:t>26     SystemClock_Config();</a:t>
            </a:r>
            <a:br/>
            <a:br/>
            <a:r>
              <a:t>(gdb) print SystemCoreClock</a:t>
            </a:r>
            <a:br/>
            <a:r>
              <a:t>$1 = 16000000</a:t>
            </a:r>
            <a:br/>
            <a:br/>
            <a:r>
              <a:t>(gdb) info registers r0</a:t>
            </a:r>
            <a:br/>
            <a:r>
              <a:t>r0            0x20000100      536871168</a:t>
            </a:r>
            <a:br/>
            <a:br/>
            <a:r>
              <a:t>(gdb) x/4x 0x20000100</a:t>
            </a:r>
            <a:br/>
            <a:r>
              <a:t>0x20000100: 0x00000000 0x00000000 0x00000000 0x00000000</a:t>
            </a:r>
            <a:br/>
            <a:br/>
            <a:r>
              <a:t>(gdb) continue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docs/gateway.md — онлайн-лаборатория (дизайн)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7.3 Скрипт-обертка для удобства — код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68680"/>
            <a:ext cx="85039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B1B1B"/>
                </a:solidFill>
                <a:latin typeface="Courier New"/>
              </a:defRPr>
            </a:pPr>
            <a:r>
              <a:t>#!/bin/bash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docs/gateway.md — онлайн-лаборатория (дизайн)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gdb-connect.sh - подключается к удаленному заданию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JOB_ID=$1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API_KEY=$2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API_ENDPOINT="https://api.lab.example.com/v1"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docs/gateway.md — онлайн-лаборатория (дизайн)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Получаем информацию о GDB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GDB_INFO=$(curl -s -H "X-API-Key: $API_KEY" \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$API_ENDPOINT/jobs/$JOB_ID/gdb-info)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HOST=$(echo $GDB_INFO | jq -r .gdb_host)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PORT=$(echo $GDB_INFO | jq -r .gdb_port)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ELF_FILE=${3:-./firmware.elf}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docs/gateway.md — онлайн-лаборатория (дизайн)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Подключаемся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gdb $ELF_FILE -ex "target remote $HOST:$PORT"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docs/gateway.md — онлайн-лаборатория (дизайн)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Подключаемся — код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68680"/>
            <a:ext cx="85039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B1B1B"/>
                </a:solidFill>
                <a:latin typeface="Courier New"/>
              </a:defRPr>
            </a:pPr>
            <a:br/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docs/gateway.md — онлайн-лаборатория (дизайн)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8.1 PostgreSQL - новые поля — код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68680"/>
            <a:ext cx="85039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B1B1B"/>
                </a:solidFill>
                <a:latin typeface="Courier New"/>
              </a:defRPr>
            </a:pPr>
            <a:r>
              <a:t>-- Таблица заданий (долгосрочное хранение)</a:t>
            </a:r>
            <a:br/>
            <a:r>
              <a:t>CREATE TABLE jobs (</a:t>
            </a:r>
            <a:br/>
            <a:r>
              <a:t>    job_id VARCHAR(26) PRIMARY KEY,</a:t>
            </a:r>
            <a:br/>
            <a:r>
              <a:t>    user_id VARCHAR(255) NOT NULL,</a:t>
            </a:r>
            <a:br/>
            <a:r>
              <a:t>    sha256 CHAR(64) NOT NULL,</a:t>
            </a:r>
            <a:br/>
            <a:r>
              <a:t>    state VARCHAR(20) NOT NULL,</a:t>
            </a:r>
            <a:br/>
            <a:r>
              <a:t>    worker_id VARCHAR(255),</a:t>
            </a:r>
            <a:br/>
            <a:r>
              <a:t>    created_at TIMESTAMPTZ NOT NULL DEFAULT NOW(),</a:t>
            </a:r>
            <a:br/>
            <a:r>
              <a:t>    started_at TIMESTAMPTZ,</a:t>
            </a:r>
            <a:br/>
            <a:r>
              <a:t>    finished_at TIMESTAMPTZ,</a:t>
            </a:r>
            <a:br/>
            <a:r>
              <a:t>    timeout_seconds INT NOT NULL DEFAULT 30,</a:t>
            </a:r>
            <a:br/>
            <a:r>
              <a:t>    error_text TEXT,</a:t>
            </a:r>
            <a:br/>
            <a:r>
              <a:t>    -- Новые поля для отладки</a:t>
            </a:r>
            <a:br/>
            <a:r>
              <a:t>    debug_mode BOOLEAN DEFAULT false,</a:t>
            </a:r>
            <a:br/>
            <a:r>
              <a:t>    gdb_port INT,</a:t>
            </a:r>
            <a:br/>
            <a:r>
              <a:t>    gdb_host VARCHAR(255),</a:t>
            </a:r>
            <a:br/>
            <a:r>
              <a:t>    gdb_connected BOOLEAN DEFAULT false,</a:t>
            </a:r>
            <a:br/>
            <a:r>
              <a:t>    gdb_connected_at TIMESTAMPTZ,</a:t>
            </a:r>
            <a:br/>
            <a:r>
              <a:t>    metadata JSONB,</a:t>
            </a:r>
            <a:br/>
            <a:r>
              <a:t>  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docs/gateway.md — онлайн-лаборатория (дизайн)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8.1 PostgreSQL - новые поля — код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68680"/>
            <a:ext cx="85039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B1B1B"/>
                </a:solidFill>
                <a:latin typeface="Courier New"/>
              </a:defRPr>
            </a:pPr>
            <a:r>
              <a:t>    INDEX idx_user_id (user_id),</a:t>
            </a:r>
            <a:br/>
            <a:r>
              <a:t>    INDEX idx_state (state),</a:t>
            </a:r>
            <a:br/>
            <a:r>
              <a:t>    INDEX idx_debug (debug_mode)</a:t>
            </a:r>
            <a:br/>
            <a:r>
              <a:t>);</a:t>
            </a:r>
            <a:br/>
            <a:br/>
            <a:r>
              <a:t>-- Таблица для логирования GDB-сессий</a:t>
            </a:r>
            <a:br/>
            <a:r>
              <a:t>CREATE TABLE debug_sessions (</a:t>
            </a:r>
            <a:br/>
            <a:r>
              <a:t>    id BIGSERIAL PRIMARY KEY,</a:t>
            </a:r>
            <a:br/>
            <a:r>
              <a:t>    job_id VARCHAR(26) NOT NULL,</a:t>
            </a:r>
            <a:br/>
            <a:r>
              <a:t>    user_id VARCHAR(255) NOT NULL,</a:t>
            </a:r>
            <a:br/>
            <a:r>
              <a:t>    gdb_port INT,</a:t>
            </a:r>
            <a:br/>
            <a:r>
              <a:t>    client_ip INET,</a:t>
            </a:r>
            <a:br/>
            <a:r>
              <a:t>    connected_at TIMESTAMPTZ,</a:t>
            </a:r>
            <a:br/>
            <a:r>
              <a:t>    disconnected_at TIMESTAMPTZ,</a:t>
            </a:r>
            <a:br/>
            <a:r>
              <a:t>    commands_executed INT DEFAULT 0,</a:t>
            </a:r>
            <a:br/>
            <a:r>
              <a:t>    </a:t>
            </a:r>
            <a:br/>
            <a:r>
              <a:t>    FOREIGN KEY (job_id) REFERENCES jobs(job_id),</a:t>
            </a:r>
            <a:br/>
            <a:r>
              <a:t>    INDEX idx_job_id (job_id)</a:t>
            </a:r>
            <a:br/>
            <a:r>
              <a:t>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docs/gateway.md — онлайн-лаборатория (дизайн)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9.1 Защита GDB-портов — код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68680"/>
            <a:ext cx="85039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B1B1B"/>
                </a:solidFill>
                <a:latin typeface="Courier New"/>
              </a:defRPr>
            </a:pPr>
            <a:r>
              <a:t>// Firewall rules (пример для iptables)</a:t>
            </a:r>
            <a:br/>
            <a:r>
              <a:t>func setupGDBFirewall(workerIP string, port int, allowedIPs []string) {</a:t>
            </a:r>
            <a:br/>
            <a:r>
              <a:t>    for _, ip := range allowedIPs {</a:t>
            </a:r>
            <a:br/>
            <a:r>
              <a:t>        exec.Command("iptables", "-A", "INPUT", </a:t>
            </a:r>
            <a:br/>
            <a:r>
              <a:t>            "-p", "tcp", "--dport", strconv.Itoa(port),</a:t>
            </a:r>
            <a:br/>
            <a:r>
              <a:t>            "-s", ip, "-j", "ACCEPT").Run()</a:t>
            </a:r>
            <a:br/>
            <a:r>
              <a:t>    }</a:t>
            </a:r>
            <a:br/>
            <a:r>
              <a:t>    // Закрываем доступ для всех остальных</a:t>
            </a:r>
            <a:br/>
            <a:r>
              <a:t>    exec.Command("iptables", "-A", "INPUT",</a:t>
            </a:r>
            <a:br/>
            <a:r>
              <a:t>        "-p", "tcp", "--dport", strconv.Itoa(port),</a:t>
            </a:r>
            <a:br/>
            <a:r>
              <a:t>        "-j", "DROP").Run()</a:t>
            </a:r>
            <a:br/>
            <a: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docs/gateway.md — онлайн-лаборатория (дизайн)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9.2 Аутентификация GDB-клиентов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Варианты: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**IP whitelist** (только IP клиента, который создал задание)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**GDB-пароль** (генерируется и передается через SSE)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**SSH-туннель** (клиент подключается через SSH-прокси)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Пример с паролем: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docs/gateway.md — онлайн-лаборатория (дизайн)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9.2 Аутентификация GDB-клиентов — код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68680"/>
            <a:ext cx="85039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B1B1B"/>
                </a:solidFill>
                <a:latin typeface="Courier New"/>
              </a:defRPr>
            </a:pPr>
            <a:r>
              <a:t>func (w *Worker) generateGDBPassword() string {</a:t>
            </a:r>
            <a:br/>
            <a:r>
              <a:t>    bytes := make([]byte, 16)</a:t>
            </a:r>
            <a:br/>
            <a:r>
              <a:t>    rand.Read(bytes)</a:t>
            </a:r>
            <a:br/>
            <a:r>
              <a:t>    return hex.EncodeToString(bytes)</a:t>
            </a:r>
            <a:br/>
            <a:r>
              <a:t>}</a:t>
            </a:r>
            <a:br/>
            <a:br/>
            <a:r>
              <a:t>// При создании задания с debug</a:t>
            </a:r>
            <a:br/>
            <a:r>
              <a:t>password := generateGDBPassword()</a:t>
            </a:r>
            <a:br/>
            <a:r>
              <a:t>redis.HSet(ctx, "job:"+jobID, "gdb_password", password)</a:t>
            </a:r>
            <a:br/>
            <a:br/>
            <a:r>
              <a:t>// Передаем клиенту через SSE</a:t>
            </a:r>
            <a:br/>
            <a:r>
              <a:t>publishEvent(jobID, map[string]interface{}{</a:t>
            </a:r>
            <a:br/>
            <a:r>
              <a:t>    "type": "gdb_auth",</a:t>
            </a:r>
            <a:br/>
            <a:r>
              <a:t>    "password": password,</a:t>
            </a:r>
            <a:br/>
            <a:r>
              <a:t>})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docs/gateway.md — онлайн-лаборатория (дизайн)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9.3 Ограничения по времени — код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68680"/>
            <a:ext cx="85039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B1B1B"/>
                </a:solidFill>
                <a:latin typeface="Courier New"/>
              </a:defRPr>
            </a:pPr>
            <a:r>
              <a:t>// Debug-задания имеют увеличенный, но не бесконечный таймаут</a:t>
            </a:r>
            <a:br/>
            <a:r>
              <a:t>const (</a:t>
            </a:r>
            <a:br/>
            <a:r>
              <a:t>    NormalJobTimeout = 30 * time.Second</a:t>
            </a:r>
            <a:br/>
            <a:r>
              <a:t>    DebugJobTimeout  = 1 * time.Hour</a:t>
            </a:r>
            <a:br/>
            <a:r>
              <a:t>)</a:t>
            </a:r>
            <a:br/>
            <a:br/>
            <a:r>
              <a:t>// Автоматическое завершение при простое GDB</a:t>
            </a:r>
            <a:br/>
            <a:r>
              <a:t>if time.Since(lastGDBActivity) &gt; 5*time.Minute {</a:t>
            </a:r>
            <a:br/>
            <a:r>
              <a:t>    log.Info("No GDB activity for 5 minutes, stopping")</a:t>
            </a:r>
            <a:br/>
            <a:r>
              <a:t>    simulator.Stop()</a:t>
            </a:r>
            <a:br/>
            <a: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docs/gateway.md — онлайн-лаборатория (дизайн)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10.1 Новые метрики для отладки — код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68680"/>
            <a:ext cx="85039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B1B1B"/>
                </a:solidFill>
                <a:latin typeface="Courier New"/>
              </a:defRPr>
            </a:pPr>
            <a:r>
              <a:t>var (</a:t>
            </a:r>
            <a:br/>
            <a:r>
              <a:t>    debugJobsTotal = prometheus.NewCounter(</a:t>
            </a:r>
            <a:br/>
            <a:r>
              <a:t>        prometheus.CounterOpts{</a:t>
            </a:r>
            <a:br/>
            <a:r>
              <a:t>            Name: "debug_jobs_total",</a:t>
            </a:r>
            <a:br/>
            <a:r>
              <a:t>            Help: "Total number of debug jobs created",</a:t>
            </a:r>
            <a:br/>
            <a:r>
              <a:t>        },</a:t>
            </a:r>
            <a:br/>
            <a:r>
              <a:t>    )</a:t>
            </a:r>
            <a:br/>
            <a:r>
              <a:t>    </a:t>
            </a:r>
            <a:br/>
            <a:r>
              <a:t>    gdbConnectionsActive = prometheus.NewGauge(</a:t>
            </a:r>
            <a:br/>
            <a:r>
              <a:t>        prometheus.GaugeOpts{</a:t>
            </a:r>
            <a:br/>
            <a:r>
              <a:t>            Name: "gdb_connections_active",</a:t>
            </a:r>
            <a:br/>
            <a:r>
              <a:t>            Help: "Number of active GDB connections",</a:t>
            </a:r>
            <a:br/>
            <a:r>
              <a:t>        },</a:t>
            </a:r>
            <a:br/>
            <a:r>
              <a:t>    )</a:t>
            </a:r>
            <a:br/>
            <a:r>
              <a:t>    </a:t>
            </a:r>
            <a:br/>
            <a:r>
              <a:t>    gdbSessionDuration = prometheus.NewHistogram(</a:t>
            </a:r>
            <a:br/>
            <a:r>
              <a:t>        prometheus.HistogramOpts{</a:t>
            </a:r>
            <a:br/>
            <a:r>
              <a:t>            Name:    "gdb_session_duration_seconds",</a:t>
            </a:r>
            <a:br/>
            <a:r>
              <a:t>            Help:    "Duration of GDB debugging sessions",</a:t>
            </a:r>
            <a:br/>
            <a:r>
              <a:t>            Buckets: []float64{60, 300, 600, 1800, 3600},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docs/gateway.md — онлайн-лаборатория (дизайн)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10.1 Новые метрики для отладки — код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68680"/>
            <a:ext cx="85039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B1B1B"/>
                </a:solidFill>
                <a:latin typeface="Courier New"/>
              </a:defRPr>
            </a:pPr>
            <a:r>
              <a:t>        },</a:t>
            </a:r>
            <a:br/>
            <a:r>
              <a:t>    )</a:t>
            </a:r>
            <a:br/>
            <a:r>
              <a:t>)</a:t>
            </a:r>
            <a:br/>
            <a:br/>
            <a:r>
              <a:t>func init() {</a:t>
            </a:r>
            <a:br/>
            <a:r>
              <a:t>    prometheus.MustRegister(debugJobsTotal, gdbConnectionsActive, gdbSessionDuration)</a:t>
            </a:r>
            <a:br/>
            <a: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docs/gateway.md — онлайн-лаборатория (дизайн)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10.2 Трейсинг GDB-операций — код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68680"/>
            <a:ext cx="85039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B1B1B"/>
                </a:solidFill>
                <a:latin typeface="Courier New"/>
              </a:defRPr>
            </a:pPr>
            <a:r>
              <a:t>func (g *GDBServer) traceGDBCommand(cmd string) {</a:t>
            </a:r>
            <a:br/>
            <a:r>
              <a:t>    span := trace.SpanFromContext(context.Background())</a:t>
            </a:r>
            <a:br/>
            <a:r>
              <a:t>    span.AddEvent("gdb_command", trace.WithAttributes(</a:t>
            </a:r>
            <a:br/>
            <a:r>
              <a:t>        attribute.String("command", cmd),</a:t>
            </a:r>
            <a:br/>
            <a:r>
              <a:t>        attribute.String("job.id", g.simulator.jobID),</a:t>
            </a:r>
            <a:br/>
            <a:r>
              <a:t>    ))</a:t>
            </a:r>
            <a:br/>
            <a: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docs/gateway.md — онлайн-лаборатория (дизайн)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10.3 Логирование GDB-сессий — код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68680"/>
            <a:ext cx="85039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B1B1B"/>
                </a:solidFill>
                <a:latin typeface="Courier New"/>
              </a:defRPr>
            </a:pPr>
            <a:r>
              <a:t>{</a:t>
            </a:r>
            <a:br/>
            <a:r>
              <a:t>  "ts": "2024-01-01T12:00:10Z",</a:t>
            </a:r>
            <a:br/>
            <a:r>
              <a:t>  "level": "info",</a:t>
            </a:r>
            <a:br/>
            <a:r>
              <a:t>  "service": "worker",</a:t>
            </a:r>
            <a:br/>
            <a:r>
              <a:t>  "job_id": "01H2X5J4K6",</a:t>
            </a:r>
            <a:br/>
            <a:r>
              <a:t>  "event": "gdb_connected",</a:t>
            </a:r>
            <a:br/>
            <a:r>
              <a:t>  "client_ip": "203.0.113.42",</a:t>
            </a:r>
            <a:br/>
            <a:r>
              <a:t>  "gdb_port": 12345</a:t>
            </a:r>
            <a:br/>
            <a:r>
              <a:t>}</a:t>
            </a:r>
            <a:br/>
            <a:br/>
            <a:r>
              <a:t>{</a:t>
            </a:r>
            <a:br/>
            <a:r>
              <a:t>  "ts": "2024-01-01T12:05:23Z",</a:t>
            </a:r>
            <a:br/>
            <a:r>
              <a:t>  "level": "debug",</a:t>
            </a:r>
            <a:br/>
            <a:r>
              <a:t>  "service": "worker",</a:t>
            </a:r>
            <a:br/>
            <a:r>
              <a:t>  "job_id": "01H2X5J4K6",</a:t>
            </a:r>
            <a:br/>
            <a:r>
              <a:t>  "event": "gdb_command",</a:t>
            </a:r>
            <a:br/>
            <a:r>
              <a:t>  "command": "$g",</a:t>
            </a:r>
            <a:br/>
            <a:r>
              <a:t>  "response_size": 128</a:t>
            </a:r>
            <a:br/>
            <a: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docs/gateway.md — онлайн-лаборатория (дизайн)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11.1 Сетевые требования для GDB — код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68680"/>
            <a:ext cx="85039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B1B1B"/>
                </a:solidFill>
                <a:latin typeface="Courier New"/>
              </a:defRPr>
            </a:pPr>
            <a:r>
              <a:t>┌─────────────────┐      ┌──────────────────┐</a:t>
            </a:r>
            <a:br/>
            <a:r>
              <a:t>│   Разработчик   │      │     Воркер       │</a:t>
            </a:r>
            <a:br/>
            <a:r>
              <a:t>│   (GDB клиент)  │─────▶│  (GDB сервер)    │</a:t>
            </a:r>
            <a:br/>
            <a:r>
              <a:t>│   IP: 203.0.113.42    │  Port: 12345      │</a:t>
            </a:r>
            <a:br/>
            <a:r>
              <a:t>└─────────────────┘      └──────────────────┘</a:t>
            </a:r>
            <a:br/>
            <a:r>
              <a:t>        │                         │</a:t>
            </a:r>
            <a:br/>
            <a:r>
              <a:t>        │                         │</a:t>
            </a:r>
            <a:br/>
            <a:r>
              <a:t>        ▼                         ▼</a:t>
            </a:r>
            <a:br/>
            <a:r>
              <a:t>┌─────────────────────────────────────────┐</a:t>
            </a:r>
            <a:br/>
            <a:r>
              <a:t>│           Требования к сети             │</a:t>
            </a:r>
            <a:br/>
            <a:r>
              <a:t>│  - Прямая маршрутизация до воркера      │</a:t>
            </a:r>
            <a:br/>
            <a:r>
              <a:t>│  - Открытые порты 1234-1244 (TCP)       │</a:t>
            </a:r>
            <a:br/>
            <a:r>
              <a:t>│  - Firewall rules для конкретных IP     │</a:t>
            </a:r>
            <a:br/>
            <a:r>
              <a:t>│  - Возможно, VPN/SSH туннель            │</a:t>
            </a:r>
            <a:br/>
            <a:r>
              <a:t>└─────────────────────────────────────────┘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docs/gateway.md — онлайн-лаборатория (дизайн)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11.2 Конфигурация воркера для отладки (YAML) — код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68680"/>
            <a:ext cx="85039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B1B1B"/>
                </a:solidFill>
                <a:latin typeface="Courier New"/>
              </a:defRPr>
            </a:pPr>
            <a:r>
              <a:t>worker:</a:t>
            </a:r>
            <a:br/>
            <a:r>
              <a:t>  id: "worker-01"</a:t>
            </a:r>
            <a:br/>
            <a:r>
              <a:t>  concurrency: 1</a:t>
            </a:r>
            <a:br/>
            <a:r>
              <a:t>  heartbeat_interval: 5s</a:t>
            </a:r>
            <a:br/>
            <a:r>
              <a:t>  </a:t>
            </a:r>
            <a:br/>
            <a:r>
              <a:t>debug:</a:t>
            </a:r>
            <a:br/>
            <a:r>
              <a:t>  enabled: true</a:t>
            </a:r>
            <a:br/>
            <a:r>
              <a:t>  gdb_port_range:</a:t>
            </a:r>
            <a:br/>
            <a:r>
              <a:t>    start: 1234</a:t>
            </a:r>
            <a:br/>
            <a:r>
              <a:t>    end: 1244</a:t>
            </a:r>
            <a:br/>
            <a:r>
              <a:t>  max_debug_time: 1h</a:t>
            </a:r>
            <a:br/>
            <a:r>
              <a:t>  idle_timeout: 5m</a:t>
            </a:r>
            <a:br/>
            <a:r>
              <a:t>  authentication:</a:t>
            </a:r>
            <a:br/>
            <a:r>
              <a:t>    enabled: true</a:t>
            </a:r>
            <a:br/>
            <a:r>
              <a:t>    type: "password"  # или "ip_whitelist"</a:t>
            </a:r>
            <a:br/>
            <a:r>
              <a:t>  </a:t>
            </a:r>
            <a:br/>
            <a:r>
              <a:t>  # Если используем IP whitelist</a:t>
            </a:r>
            <a:br/>
            <a:r>
              <a:t>  ip_whitelist:</a:t>
            </a:r>
            <a:br/>
            <a:r>
              <a:t>    enabled: true</a:t>
            </a:r>
            <a:br/>
            <a:r>
              <a:t>    source_header: "X-Forwarded-For"  # или "X-Real-IP"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docs/gateway.md — онлайн-лаборатория (дизайн)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11.2 Конфигурация воркера для отладки (YAML) — код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68680"/>
            <a:ext cx="85039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B1B1B"/>
                </a:solidFill>
                <a:latin typeface="Courier New"/>
              </a:defRPr>
            </a:pPr>
            <a:r>
              <a:t>    </a:t>
            </a:r>
            <a:br/>
            <a:r>
              <a:t>  network:</a:t>
            </a:r>
            <a:br/>
            <a:r>
              <a:t>    public_ip: "auto"  # или конкретный IP для внешнего доступа</a:t>
            </a:r>
            <a:br/>
            <a:r>
              <a:t>    bind_interface: "eth0"</a:t>
            </a:r>
            <a:br/>
            <a:br/>
            <a:r>
              <a:t>simulator:</a:t>
            </a:r>
            <a:br/>
            <a:r>
              <a:t>  max_memory_mb: 256</a:t>
            </a:r>
            <a:br/>
            <a:r>
              <a:t>  debug_timeout_seconds: 3600  # 1 час для отладки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docs/gateway.md — онлайн-лаборатория (дизайн)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11.3 Docker Compose с поддержкой GDB — код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68680"/>
            <a:ext cx="85039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B1B1B"/>
                </a:solidFill>
                <a:latin typeface="Courier New"/>
              </a:defRPr>
            </a:pPr>
            <a:r>
              <a:t>version: '3.8'</a:t>
            </a:r>
            <a:br/>
            <a:br/>
            <a:r>
              <a:t>services:</a:t>
            </a:r>
            <a:br/>
            <a:r>
              <a:t>  keydb:</a:t>
            </a:r>
            <a:br/>
            <a:r>
              <a:t>    image: eqalpha/keydb:latest</a:t>
            </a:r>
            <a:br/>
            <a:r>
              <a:t>    ports:</a:t>
            </a:r>
            <a:br/>
            <a:r>
              <a:t>      - "6379:6379"</a:t>
            </a:r>
            <a:br/>
            <a:r>
              <a:t>      </a:t>
            </a:r>
            <a:br/>
            <a:r>
              <a:t>  postgres:</a:t>
            </a:r>
            <a:br/>
            <a:r>
              <a:t>    image: postgres:14</a:t>
            </a:r>
            <a:br/>
            <a:r>
              <a:t>    environment:</a:t>
            </a:r>
            <a:br/>
            <a:r>
              <a:t>      POSTGRES_DB: lab</a:t>
            </a:r>
            <a:br/>
            <a:r>
              <a:t>      POSTGRES_USER: lab</a:t>
            </a:r>
            <a:br/>
            <a:r>
              <a:t>      POSTGRES_PASSWORD: secret</a:t>
            </a:r>
            <a:br/>
            <a:r>
              <a:t>      </a:t>
            </a:r>
            <a:br/>
            <a:r>
              <a:t>  gateway:</a:t>
            </a:r>
            <a:br/>
            <a:r>
              <a:t>    build: ./gateway</a:t>
            </a:r>
            <a:br/>
            <a:r>
              <a:t>    ports:</a:t>
            </a:r>
            <a:br/>
            <a:r>
              <a:t>      - "8080:8080"</a:t>
            </a:r>
            <a:br/>
            <a:r>
              <a:t>      - "8081:8081"  # метрики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docs/gateway.md — онлайн-лаборатория (дизайн)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11.3 Docker Compose с поддержкой GDB — код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68680"/>
            <a:ext cx="85039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B1B1B"/>
                </a:solidFill>
                <a:latin typeface="Courier New"/>
              </a:defRPr>
            </a:pPr>
            <a:r>
              <a:t>    environment:</a:t>
            </a:r>
            <a:br/>
            <a:r>
              <a:t>      KEYDB_ADDR: keydb:6379</a:t>
            </a:r>
            <a:br/>
            <a:r>
              <a:t>      DB_DSN: postgres://lab:secret@postgres:5432/lab?sslmode=disable</a:t>
            </a:r>
            <a:br/>
            <a:r>
              <a:t>    depends_on:</a:t>
            </a:r>
            <a:br/>
            <a:r>
              <a:t>      - keydb</a:t>
            </a:r>
            <a:br/>
            <a:r>
              <a:t>      - postgres</a:t>
            </a:r>
            <a:br/>
            <a:r>
              <a:t>      </a:t>
            </a:r>
            <a:br/>
            <a:r>
              <a:t>  worker:</a:t>
            </a:r>
            <a:br/>
            <a:r>
              <a:t>    build: ./worker</a:t>
            </a:r>
            <a:br/>
            <a:r>
              <a:t>    # Пробрасываем диапазон портов для GDB</a:t>
            </a:r>
            <a:br/>
            <a:r>
              <a:t>    ports:</a:t>
            </a:r>
            <a:br/>
            <a:r>
              <a:t>      - "1234-1244:1234-1244"</a:t>
            </a:r>
            <a:br/>
            <a:r>
              <a:t>    # Важно: network_mode host для реального IP</a:t>
            </a:r>
            <a:br/>
            <a:r>
              <a:t>    network_mode: host</a:t>
            </a:r>
            <a:br/>
            <a:r>
              <a:t>    environment:</a:t>
            </a:r>
            <a:br/>
            <a:r>
              <a:t>      KEYDB_ADDR: keydb:6379</a:t>
            </a:r>
            <a:br/>
            <a:r>
              <a:t>      WORKER_ID: ${HOSTNAME}</a:t>
            </a:r>
            <a:br/>
            <a:r>
              <a:t>      DEBUG_ENABLED: "true"</a:t>
            </a:r>
            <a:br/>
            <a:r>
              <a:t>      PUBLIC_IP: ${PUBLIC_IP}  # внешний IP для GDB</a:t>
            </a:r>
            <a:br/>
            <a:r>
              <a:t>    depends_on: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docs/gateway.md — онлайн-лаборатория (дизайн)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11.3 Docker Compose с поддержкой GDB — код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68680"/>
            <a:ext cx="85039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B1B1B"/>
                </a:solidFill>
                <a:latin typeface="Courier New"/>
              </a:defRPr>
            </a:pPr>
            <a:r>
              <a:t>      - keydb</a:t>
            </a:r>
            <a:br/>
            <a:r>
              <a:t>    # Запускаем несколько экземпляров</a:t>
            </a:r>
            <a:br/>
            <a:r>
              <a:t>    deploy:</a:t>
            </a:r>
            <a:br/>
            <a:r>
              <a:t>      replicas: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docs/gateway.md — онлайн-лаборатория (дизайн)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12.1 Протокол GDB Remote Serial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Ключевые команды, которые должен поддерживать симулятор: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Команда — Описание — Ответ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`g` — Read registers — `xxxxxxxx...` (hex)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`G` — Write registers — `OK`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`m addr,len` — Read memory — hex bytes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`M addr,len:XX...` — Write memory — `OK`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`c` — Continue — `S05` (signal)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`s` — Step — `S05`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`z type,addr,kind` — Remove breakpoint — `OK`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`Z type,addr,kind` — Insert breakpoint — `OK`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`qSupported` — Query supported features — `PacketSize=3fff;qXfer:features:read+`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docs/gateway.md — онлайн-лаборатория (дизайн)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12.1 Протокол GDB Remote Serial Protocol (продолж.)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`?` — Last signal — `S05`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docs/gateway.md — онлайн-лаборатория (дизайн)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12.2 Интеграция с эмулятором (пример для QEMU) — код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68680"/>
            <a:ext cx="85039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B1B1B"/>
                </a:solidFill>
                <a:latin typeface="Courier New"/>
              </a:defRPr>
            </a:pPr>
            <a:r>
              <a:t>// Если используем QEMU как бэкенд</a:t>
            </a:r>
            <a:br/>
            <a:r>
              <a:t>func (s *Simulator) startQEMUWithGDB(port int) error {</a:t>
            </a:r>
            <a:br/>
            <a:r>
              <a:t>    cmd := exec.Command("qemu-system-arm",</a:t>
            </a:r>
            <a:br/>
            <a:r>
              <a:t>        "-kernel", s.binaryPath,</a:t>
            </a:r>
            <a:br/>
            <a:r>
              <a:t>        "-machine", "stm32-p103",</a:t>
            </a:r>
            <a:br/>
            <a:r>
              <a:t>        "-nographic",</a:t>
            </a:r>
            <a:br/>
            <a:r>
              <a:t>        "-s", fmt.Sprintf("-tcp::%d", port),  // QEMU GDB stub</a:t>
            </a:r>
            <a:br/>
            <a:r>
              <a:t>        "-S",  // Остановиться до подключения GDB</a:t>
            </a:r>
            <a:br/>
            <a:r>
              <a:t>    )</a:t>
            </a:r>
            <a:br/>
            <a:r>
              <a:t>    </a:t>
            </a:r>
            <a:br/>
            <a:r>
              <a:t>    // Запускаем QEMU</a:t>
            </a:r>
            <a:br/>
            <a:r>
              <a:t>    err := cmd.Start()</a:t>
            </a:r>
            <a:br/>
            <a:r>
              <a:t>    </a:t>
            </a:r>
            <a:br/>
            <a:r>
              <a:t>    // QEMU сам реализует GDB stub на порту</a:t>
            </a:r>
            <a:br/>
            <a:r>
              <a:t>    return err</a:t>
            </a:r>
            <a:br/>
            <a: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docs/gateway.md — онлайн-лаборатория (дизайн)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12.3 Обработка сигналов — код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68680"/>
            <a:ext cx="85039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B1B1B"/>
                </a:solidFill>
                <a:latin typeface="Courier New"/>
              </a:defRPr>
            </a:pPr>
            <a:r>
              <a:t>// Маппинг сигналов для GDB</a:t>
            </a:r>
            <a:br/>
            <a:r>
              <a:t>var signalMap = map[int]string{</a:t>
            </a:r>
            <a:br/>
            <a:r>
              <a:t>    5:  "SIGTRAP",  // breakpoint</a:t>
            </a:r>
            <a:br/>
            <a:r>
              <a:t>    11: "SIGSEGV",  // segfault</a:t>
            </a:r>
            <a:br/>
            <a:r>
              <a:t>    15: "SIGTERM",  // terminated</a:t>
            </a:r>
            <a:br/>
            <a:r>
              <a:t>}</a:t>
            </a:r>
            <a:br/>
            <a:br/>
            <a:r>
              <a:t>func (g *GDBServer) handleSignal(sig int) string {</a:t>
            </a:r>
            <a:br/>
            <a:r>
              <a:t>    return fmt.Sprintf("S%02x", sig)</a:t>
            </a:r>
            <a:br/>
            <a: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docs/gateway.md — онлайн-лаборатория (дизайн)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12.4 Пример реализации gdbstub (минимальный) — код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68680"/>
            <a:ext cx="85039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B1B1B"/>
                </a:solidFill>
                <a:latin typeface="Courier New"/>
              </a:defRPr>
            </a:pPr>
            <a:r>
              <a:t>// Минимальный gdbstub для встраивания в симулятор</a:t>
            </a:r>
            <a:br/>
            <a:r>
              <a:t>type GDBStub struct {</a:t>
            </a:r>
            <a:br/>
            <a:r>
              <a:t>    conn     net.Conn</a:t>
            </a:r>
            <a:br/>
            <a:r>
              <a:t>    sim      *Simulator</a:t>
            </a:r>
            <a:br/>
            <a:r>
              <a:t>    breakpoints map[uint32]bool</a:t>
            </a:r>
            <a:br/>
            <a:r>
              <a:t>}</a:t>
            </a:r>
            <a:br/>
            <a:br/>
            <a:r>
              <a:t>func (g *GDBStub) handlePacket(packet string) string {</a:t>
            </a:r>
            <a:br/>
            <a:r>
              <a:t>    switch packet[0] {</a:t>
            </a:r>
            <a:br/>
            <a:r>
              <a:t>    case 'g': // Read registers</a:t>
            </a:r>
            <a:br/>
            <a:r>
              <a:t>        return g.readRegisters()</a:t>
            </a:r>
            <a:br/>
            <a:r>
              <a:t>    case 'G': // Write registers</a:t>
            </a:r>
            <a:br/>
            <a:r>
              <a:t>        return g.writeRegisters(packet[1:])</a:t>
            </a:r>
            <a:br/>
            <a:r>
              <a:t>    case 'm': // Read memory</a:t>
            </a:r>
            <a:br/>
            <a:r>
              <a:t>        // m addr,len</a:t>
            </a:r>
            <a:br/>
            <a:r>
              <a:t>        parts := strings.Split(packet[1:], ",")</a:t>
            </a:r>
            <a:br/>
            <a:r>
              <a:t>        addr, _ := strconv.ParseUint(parts[0], 16, 32)</a:t>
            </a:r>
            <a:br/>
            <a:r>
              <a:t>        length, _ := strconv.ParseUint(parts[1], 16, 32)</a:t>
            </a:r>
            <a:br/>
            <a:r>
              <a:t>        return g.readMemory(uint32(addr), int(length))</a:t>
            </a:r>
            <a:br/>
            <a:r>
              <a:t>    case 'c': // Continue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docs/gateway.md — онлайн-лаборатория (дизайн)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12.4 Пример реализации gdbstub (минимальный) — код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68680"/>
            <a:ext cx="85039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B1B1B"/>
                </a:solidFill>
                <a:latin typeface="Courier New"/>
              </a:defRPr>
            </a:pPr>
            <a:r>
              <a:t>        g.sim.Continue()</a:t>
            </a:r>
            <a:br/>
            <a:r>
              <a:t>        return "" // Wait for stop</a:t>
            </a:r>
            <a:br/>
            <a:r>
              <a:t>    case 's': // Step</a:t>
            </a:r>
            <a:br/>
            <a:r>
              <a:t>        g.sim.Step()</a:t>
            </a:r>
            <a:br/>
            <a:r>
              <a:t>        return "S05" // SIGTRAP</a:t>
            </a:r>
            <a:br/>
            <a:r>
              <a:t>    case 'Z': // Insert breakpoint</a:t>
            </a:r>
            <a:br/>
            <a:r>
              <a:t>        // Z0,addr,kind</a:t>
            </a:r>
            <a:br/>
            <a:r>
              <a:t>        return "OK"</a:t>
            </a:r>
            <a:br/>
            <a:r>
              <a:t>    case 'z': // Remove breakpoint</a:t>
            </a:r>
            <a:br/>
            <a:r>
              <a:t>        return "OK"</a:t>
            </a:r>
            <a:br/>
            <a:r>
              <a:t>    default:</a:t>
            </a:r>
            <a:br/>
            <a:r>
              <a:t>        return ""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docs/gateway.md — онлайн-лаборатория (дизайн)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A.1 Обычное задание (без отладки) — код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68680"/>
            <a:ext cx="85039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B1B1B"/>
                </a:solidFill>
                <a:latin typeface="Courier New"/>
              </a:defRPr>
            </a:pPr>
            <a:r>
              <a:t>curl -X POST https://api.lab.example.com/v1/jobs \</a:t>
            </a:r>
            <a:br/>
            <a:r>
              <a:t>  -H "X-API-Key: lab_apikey_123" \</a:t>
            </a:r>
            <a:br/>
            <a:r>
              <a:t>  -H "Content-Type: application/json" \</a:t>
            </a:r>
            <a:br/>
            <a:r>
              <a:t>  -d '{</a:t>
            </a:r>
            <a:br/>
            <a:r>
              <a:t>    "binary_b64": "AAAAAGV4YW1wbGUgYmluYXJ5IGNvbnRlbnQ="</a:t>
            </a:r>
            <a:br/>
            <a:r>
              <a:t>  }'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docs/gateway.md — онлайн-лаборатория (дизайн)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A.2 Задание с отладкой — код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68680"/>
            <a:ext cx="85039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B1B1B"/>
                </a:solidFill>
                <a:latin typeface="Courier New"/>
              </a:defRPr>
            </a:pPr>
            <a:r>
              <a:t>curl -X POST https://api.lab.example.com/v1/jobs \</a:t>
            </a:r>
            <a:br/>
            <a:r>
              <a:t>  -H "X-API-Key: lab_apikey_123" \</a:t>
            </a:r>
            <a:br/>
            <a:r>
              <a:t>  -H "Content-Type: application/json" \</a:t>
            </a:r>
            <a:br/>
            <a:r>
              <a:t>  -d '{</a:t>
            </a:r>
            <a:br/>
            <a:r>
              <a:t>    "binary_b64": "AAAAAGV4YW1wbGUgYmluYXJ5IGNvbnRlbnQ=",</a:t>
            </a:r>
            <a:br/>
            <a:r>
              <a:t>    "debug": true,</a:t>
            </a:r>
            <a:br/>
            <a:r>
              <a:t>    "timeout_seconds": 3600</a:t>
            </a:r>
            <a:br/>
            <a:r>
              <a:t>  }'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docs/gateway.md — онлайн-лаборатория (дизайн)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После того как задание перешло в running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curl -H "X-API-Key: lab_apikey_123" \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https://api.lab.example.com/v1/jobs/01H2X5J4K6/gdb-info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docs/gateway.md — онлайн-лаборатория (дизайн)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После того как задание перешло в running — код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68680"/>
            <a:ext cx="85039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B1B1B"/>
                </a:solidFill>
                <a:latin typeface="Courier New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docs/gateway.md — онлайн-лаборатория (дизайн)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47A1"/>
                </a:solidFill>
              </a:defRPr>
            </a:pPr>
            <a:r>
              <a:t>Локально, с тем же бинарником (должен быть с символами)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gdb ./firmware.elf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(gdb) target remote 203.0.113.100:12345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(gdb) break main</a:t>
            </a:r>
          </a:p>
          <a:p>
            <a:pPr>
              <a:spcAft>
                <a:spcPts val="300"/>
              </a:spcAft>
              <a:defRPr sz="1100">
                <a:solidFill>
                  <a:srgbClr val="222222"/>
                </a:solidFill>
              </a:defRPr>
            </a:pPr>
            <a:r>
              <a:t>(gdb) continue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docs/gateway.md — онлайн-лаборатория (дизайн)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Локально, с тем же бинарником (должен быть с символами) — код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68680"/>
            <a:ext cx="85039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B1B1B"/>
                </a:solidFill>
                <a:latin typeface="Courier New"/>
              </a:defRPr>
            </a:pPr>
            <a:br/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docs/gateway.md — онлайн-лаборатория (дизайн)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Приложение B: Диаграмма последовательности с отладкой — код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68680"/>
            <a:ext cx="85039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B1B1B"/>
                </a:solidFill>
                <a:latin typeface="Courier New"/>
              </a:defRPr>
            </a:pPr>
            <a:r>
              <a:t>Клиент          Gateway         KeyDB          Worker          GDB</a:t>
            </a:r>
            <a:br/>
            <a:r>
              <a:t>  |                |              |              |              |</a:t>
            </a:r>
            <a:br/>
            <a:r>
              <a:t>  | POST /jobs     |              |              |              |</a:t>
            </a:r>
            <a:br/>
            <a:r>
              <a:t>  | (debug=true)   |              |              |              |</a:t>
            </a:r>
            <a:br/>
            <a:r>
              <a:t>  |---------------&gt;|              |              |              |</a:t>
            </a:r>
            <a:br/>
            <a:r>
              <a:t>  |                | HSET job:... |              |              |</a:t>
            </a:r>
            <a:br/>
            <a:r>
              <a:t>  |                |-------------&gt;|              |              |</a:t>
            </a:r>
            <a:br/>
            <a:r>
              <a:t>  |                | LPUSH pending|              |              |</a:t>
            </a:r>
            <a:br/>
            <a:r>
              <a:t>  |                |-------------&gt;|              |              |</a:t>
            </a:r>
            <a:br/>
            <a:r>
              <a:t>  | 202 Accepted   |              |              |              |</a:t>
            </a:r>
            <a:br/>
            <a:r>
              <a:t>  |&lt;---------------|              |              |              |</a:t>
            </a:r>
            <a:br/>
            <a:r>
              <a:t>  |                |              | BRPOPLPUSH   |              |</a:t>
            </a:r>
            <a:br/>
            <a:r>
              <a:t>  |                |              |&lt;-------------|              |</a:t>
            </a:r>
            <a:br/>
            <a:r>
              <a:t>  |                |              |--------------|              |</a:t>
            </a:r>
            <a:br/>
            <a:r>
              <a:t>  |                |              | job:...      |              |</a:t>
            </a:r>
            <a:br/>
            <a:r>
              <a:t>  |                |              |              |              |</a:t>
            </a:r>
            <a:br/>
            <a:r>
              <a:t>  |                |              |              | Start GDB    |</a:t>
            </a:r>
            <a:br/>
            <a:r>
              <a:t>  |                |              |              | stub on port |</a:t>
            </a:r>
            <a:br/>
            <a:r>
              <a:t>  |                |              |              |=============&gt;|</a:t>
            </a:r>
            <a:br/>
            <a:r>
              <a:t>  |                |              |              |              |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docs/gateway.md — онлайн-лаборатория (дизайн)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Приложение B: Диаграмма последовательности с отладкой — код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68680"/>
            <a:ext cx="85039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B1B1B"/>
                </a:solidFill>
                <a:latin typeface="Courier New"/>
              </a:defRPr>
            </a:pPr>
            <a:r>
              <a:t>  |                |              | HSET gdb_port|              |</a:t>
            </a:r>
            <a:br/>
            <a:r>
              <a:t>  |                |              |&lt;-------------|              |</a:t>
            </a:r>
            <a:br/>
            <a:r>
              <a:t>  |                |              |--------------|              |</a:t>
            </a:r>
            <a:br/>
            <a:r>
              <a:t>  |                | PUBLISH event|              |              |</a:t>
            </a:r>
            <a:br/>
            <a:r>
              <a:t>  |                |&lt;-------------|              |              |</a:t>
            </a:r>
            <a:br/>
            <a:r>
              <a:t>  | SSE: gdb_info  |              |              |              |</a:t>
            </a:r>
            <a:br/>
            <a:r>
              <a:t>  |&lt;---------------|              |              |              |</a:t>
            </a:r>
            <a:br/>
            <a:r>
              <a:t>  |                |              |              |              |</a:t>
            </a:r>
            <a:br/>
            <a:r>
              <a:t>  |                |              |              |              | target remote</a:t>
            </a:r>
            <a:br/>
            <a:r>
              <a:t>  |                |              |              |&lt;-------------|</a:t>
            </a:r>
            <a:br/>
            <a:r>
              <a:t>  |                |              |              |--------------|</a:t>
            </a:r>
            <a:br/>
            <a:r>
              <a:t>  |                |              |              | GDB protocol |</a:t>
            </a:r>
            <a:br/>
            <a:r>
              <a:t>  |                |              |              |&lt;------------&gt;|</a:t>
            </a:r>
            <a:br/>
            <a:r>
              <a:t>  |                |              |              |              |</a:t>
            </a:r>
            <a:br/>
            <a:r>
              <a:t>  |                |              |              |              |</a:t>
            </a:r>
            <a:br/>
            <a:r>
              <a:t>  |                |              |              | Simulation   |</a:t>
            </a:r>
            <a:br/>
            <a:r>
              <a:t>  |                |              |              | controlled   |</a:t>
            </a:r>
            <a:br/>
            <a:r>
              <a:t>  |                |              |              | by GDB       |</a:t>
            </a:r>
            <a:br/>
            <a:r>
              <a:t>  |                |              |              |              |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Источник: docs/gateway.md — онлайн-лаборатория (дизайн)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C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94560"/>
            <a:ext cx="8229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Конец</a:t>
            </a:r>
          </a:p>
          <a:p>
            <a:pPr>
              <a:spcBef>
                <a:spcPts val="1000"/>
              </a:spcBef>
              <a:defRPr sz="1600">
                <a:solidFill>
                  <a:srgbClr val="BBD4F0"/>
                </a:solidFill>
              </a:defRPr>
            </a:pPr>
            <a:r>
              <a:t>Вопросы?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