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20240"/>
            <a:ext cx="8138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Симулятор STM32F103C8T6</a:t>
            </a:r>
          </a:p>
          <a:p>
            <a:pPr>
              <a:spcBef>
                <a:spcPts val="1400"/>
              </a:spcBef>
              <a:defRPr sz="1800">
                <a:solidFill>
                  <a:srgbClr val="C5D8F0"/>
                </a:solidFill>
              </a:defRPr>
            </a:pPr>
            <a:r>
              <a:t>Курс «Программирование встроенных систем» · защита проекта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Один слайд — суть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Мы сделали программу на компьютере, которая ведёт себя как микроконтроллер STM32F103: выполняет вашу прошивку, обрабатывает прерывания, таймер и UART. Плата не обязательна.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Язык: C11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Запуск: свой бинарник или пример из examples/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Есть CLI и удалённая отладка GDB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Зачем это нужно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На лекциях и лабораторных важно видеть, как работает процессор и периферия. Симулятор даёт пошаговый запуск, лог и точки останова без риска «сжечь» железо.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Учёба и отладка алгоритмов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Повторяемый сценарий на любой машине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Можно сдавать работу с демонстрацией на ноутбуке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Что такое STM32F103 / «Blue Pill»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Это недорогой микроконтроллер с ядром ARM Cortex-M3. В нём есть Flash (программа), SRAM (данные), таймеры, UART и система прерываний. Наш проект повторяет эту модель в программе.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Cortex-M3 — 32-битное ядро, режим Thumb/Thumb-2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Память и регистры периферии — по адресам, как в документации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Что значит «симулятор» в этом проекте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Это не эмуляция «в реальном времени как железо», а детерминированная модель: один поток, фиксированный порядок шагов. Каждый шаг = обновление периферии, исполнение инструкции, проверка IRQ и breakpoints.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Предсказуемо: одинаковый вход → одинаковый результат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Удобно для тестов и отладки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Что требовал курс (кратко)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В ТЗ (README.md) заложены: ядро Cortex-M3, память, NVIC, таймер, UART, загрузка прошивки, тесты. Отчёт и презентация — отдельные артефакты сдачи.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Групповой проект до 6 человек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Модульные и интеграционные тесты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Демонстрация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Источник требований: README.md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Какие документы к чему относятся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Чтобы не путаться на защите: README.md — учебное ТЗ; IMPLEMENTATION.md — как устроен код; development_plan/description.md — формальные требования (часть текста про C++, фактически пишем на C11); docs/gateway.md — идея будущей веб-оболочки, не текущая программа.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Всегда опирайтесь на IMPLEMENTATION.md для фактов о коде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gateway.md — только перспектива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Что уже есть в коде (факты)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В каталоге src/ лежит симулятор на C11: ядро, шина, Flash и SRAM, NVIC, таймер TIM2, UART USART1, GPIO, RCC, SysTick, точки останова, консоль и GDB-сервер. Это и есть результат команды; веб-очередь из gateway.md в этот репозиторий не входит.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Сборка: cd src &amp;&amp; make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Запуск: ./stm32sim [файл.bin] [--gdb]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Проверки: make test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Пример прошивки: examples/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См. IMPLEMENTATION.md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5E"/>
                </a:solidFill>
              </a:defRPr>
            </a:pPr>
            <a:r>
              <a:t>Как собрать и запустить (терминал)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Сначала собираем симулятор. Бинарник прошивки — обычно .bin для загрузки во Flash.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08760"/>
            <a:ext cx="8321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1111"/>
                </a:solidFill>
                <a:latin typeface="Courier New"/>
              </a:defRPr>
            </a:pPr>
            <a:r>
              <a:t>cd src</a:t>
            </a:r>
            <a:br/>
            <a:r>
              <a:t>make              # stm32sim</a:t>
            </a:r>
            <a:br/>
            <a:r>
              <a:t>./stm32sim                    # интерактивный CLI</a:t>
            </a:r>
            <a:br/>
            <a:r>
              <a:t>./stm32sim firmware.bin       # сразу с прошивкой</a:t>
            </a:r>
            <a:br/>
            <a:r>
              <a:t>./stm32sim firmware.bin --gdb # сервер GDB (порт по умолчанию см. gdb_stub)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Распределение ролей (как в ТЗ)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Так в README.md предлагают разделить работу шестерым. На слайде — ориентир: кто за какую область отвечает.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Архитектор / ядро CPU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Память и загрузка бинарника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NVIC и прерывания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Таймер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UART и консоль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Тесты, сборка, документация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README.md, §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Этапы работ (логика семестра)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Типичный порядок: спроектировать → сделать CPU и память → NVIC → таймер → UART → связать → тесты → отчёт и слайды.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Не обязательно строго по неделям — важен итог: работающий симулятор и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README.md, §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Два режима: консоль и отладчик 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Без флага --gdb вы работаете в текстовом интерфейсе: вводите команды сами. С флагом --gdb симулятор открывает сетевой порт: к нему подключается arm-none-eabi-gdb (как к удалённой плате). Так удобнее показывать breakpoints и обход кода на защите.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CLI — быстро показать память и регистры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GDB — если привыкли к отладке из IDE или терминала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Консольные команды (самое нужное)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После запуска ./stm32sim без --gdb вы попадаете в CLI. Ниже команды, которые чаще всего показывают на защите.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help — список команд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load путь — загрузить .bin во Flash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step [N] — выполнить N инструкций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run / stop — бег / пауза до breakpoint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reg / mem адрес — состояние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break адрес / delete адрес — точки останова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Полная таблица: IMPLEMENTATION.md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5E"/>
                </a:solidFill>
              </a:defRPr>
            </a:pPr>
            <a:r>
              <a:t>Рисунок 1. Общая архитектура симулятора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Ниже — схема из docs/architecture.svg. Она показывает, как ядро, память, шина и периферия связаны между собой.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5878286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8348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Читать так: ядро исполняет инструкции и ходит в память через шину. NVIC решает, когда прервать выполнение. Периферия (таймер, UART…) поднимает запросы к NVIC.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5E"/>
                </a:solidFill>
              </a:defRPr>
            </a:pPr>
            <a:r>
              <a:t>Рисунок 2. Папки исходников (упрощённо)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Это не все файлы, а логические блоки: кто за что отвечает в каталоге src/.</a:t>
            </a:r>
          </a:p>
        </p:txBody>
      </p:sp>
      <p:pic>
        <p:nvPicPr>
          <p:cNvPr id="4" name="Picture 3" descr="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4490579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8348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core — процессор; memory — Flash/RAM; bus — маршрутизация адресов; nvic — прерывания; peripherals — устройства; simulator — главный цикл; ui — консоль; gdb_stub — отладка по сети.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5E"/>
                </a:solidFill>
              </a:defRPr>
            </a:pPr>
            <a:r>
              <a:t>Рисунок 3. Карта памяти (адреса)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Таблица повторяет раздел IMPLEMENTATION.md. Адреса нужны, чтобы прошивка «видела» те же регистры, что и на кристалле.</a:t>
            </a:r>
          </a:p>
        </p:txBody>
      </p:sp>
      <p:pic>
        <p:nvPicPr>
          <p:cNvPr id="4" name="Picture 3" descr="memo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7998412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8348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Flash — код; SRAM — стек и данные; по адресам 0x4000… лежат регистры TIM2 и USART1. Если адрес не распознан — шина сообщает об ошибке доступа.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5E"/>
                </a:solidFill>
              </a:defRPr>
            </a:pPr>
            <a:r>
              <a:t>Рисунок 4. Один «такт» симуляции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Так выглядит строгий порядок из IMPLEMENTATION.md. Его нельзя переставлять — от этого зависит детерминизм.</a:t>
            </a:r>
          </a:p>
        </p:txBody>
      </p:sp>
      <p:pic>
        <p:nvPicPr>
          <p:cNvPr id="4" name="Picture 3" descr="sim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7045007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8348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Сначала тикают все периферии (таймеры могут досчитать и запросить IRQ). Потом выполняется одна инструкция процессора. Затем NVIC решает, нужно ли войти в прерывание. В конце проверяются точки останова.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Ядро (core/)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Декодирует 16-битные инструкции Thumb, обновляет регистры R0–R15 и флаги, обращается к шине за данными и инструкциями. Набор инструкций покрывает типичные операции MOV, LDR/STR, арифметику, ветвления, PUSH/POP и др. (см. таблицу в IMPLEMENTATION.md).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Одна инструкция за вызов core_step (в рамках общего цикла)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Поддержка входа/выхода из исключений NVIC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Память (memory/) и шина (bus/)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Память хранит образ Flash и SRAM. Шина по адресу решает: это обращение к RAM, Flash или к регистру периферии. Так мы не даём ядру «знать» про устройства напрямую — только адрес.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Little-endian, как на ARM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Регистрация регионов — расширяемо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Старт прошивки: откуда берётся PC и 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После сброса процессор читает первые слова из Flash: указатель стека и адрес Reset_Handler. Если это не совпадает с вашим linker script, прошивка «не оживёт» — на защите стоит сказать, что бинарник собран под ту же карту памяти, что в симуляторе.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SP ← слово по 0x08000000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PC ← слово по 0x08000004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Дальше идёт ваш код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См. гарантии в description.md / IMPLEMENTATION.md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NVIC — что происходит при прерывании (без формул)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Когда IRQ разрешён и приоритет позволяет, процессор прерывает обычный код, кладёт часть регистров в стек и перескакивает на обработчик из таблицы векторов. После обработчика — возврат по специальному значению LR (EXC_RETURN). В проекте заложено до 43 линий запросов — как в спецификации симулятора.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Контекст сохраняется по правилам Cortex-M (в модели упрощённо, но предсказуемо)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Приоритет: меньше число — важнее прерывание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Периферия: TIM2 и UART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TIM2 считает такты с прескалером и может генерировать IRQ по переполнению — типичный сценарий «тик раз в N циклов». USART1 принимает и передаёт байты; прерывания помогают прошивке реагировать на приём и окончание передачи.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Регистры по адресам из карты памяти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Связь с NVIC через линии IRQ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5E"/>
                </a:solidFill>
              </a:defRPr>
            </a:pPr>
            <a:r>
              <a:t>Рисунок 5. UART на временной диаграмме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Файл uart_diagram.svg — пример визуализации: когда какой байт ушел по TX. Полезно объяснять работу прошивки на защите.</a:t>
            </a:r>
          </a:p>
        </p:txBody>
      </p:sp>
      <p:pic>
        <p:nvPicPr>
          <p:cNvPr id="4" name="Picture 3" descr="uar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7754112" cy="2423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8348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Каждый «столбик» — символ на линии TX. Внизу — условная шкала тактов симуляции. Это наглядно, если преподаватель спросит: «покажите, что UART реально шевелится».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Отладчик и GDB-stub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Модуль debugger/ хранит список адресов останова. gdb_stub/ поднимает TCP-сервер протокола GDB Remote Serial Protocol — к нему подключается arm-none-eabi-gdb с командой target remote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Breakpoints останавливают цикл симуляции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GDB — для привычной отладки студентам embedded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2B5E"/>
                </a:solidFill>
              </a:defRPr>
            </a:pPr>
            <a:r>
              <a:t>Тесты — как убедиться, что всё не сломано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Команда make test собирает test_runner и гоняет проверки по модулям. Это ответ на вопрос «где доказательство корректности».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08760"/>
            <a:ext cx="8321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11111"/>
                </a:solidFill>
                <a:latin typeface="Courier New"/>
              </a:defRPr>
            </a:pPr>
            <a:r>
              <a:t>cd src</a:t>
            </a:r>
            <a:br/>
            <a:r>
              <a:t>make test</a:t>
            </a:r>
            <a:br/>
            <a:br/>
            <a:r>
              <a:t># В каталоге tests/: core, memory, bus, nvic,</a:t>
            </a:r>
            <a:br/>
            <a:r>
              <a:t># timer, uart, gpio, интеграция и др.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Пример прошивки (examples/)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Там Makefile под arm-none-eabi-gcc и простой код старта. Вы собираете firmware.bin и подаёте его в stm32sim — так показывают работу «как на лабораторной».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Свой linker script и вектор сброса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Можно менять код и смотреть вывод UART в симуляторе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Как показать работу на защите (сценарий на 2 минуты)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Краткий сценарий, чтобы не теряться: (1) собрать симулятор и сказать, что это за бинарник; (2) запустить с examples/ или своим .bin; (3) выполнить несколько step или run, показать reg/mem или UART; (4) при желании — подключить GDB и поставить breakpoint.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Заранее проверьте команды на своём ноутбуке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Если что-то не собирается — честно скажите и покажите тесты make test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Как проект расширяют без хаоса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Новая периферия подключается через таблицу функций (vtable): read/write/tick/reset. Новая инструкция — новая строка в таблице декодера. Новая команда CLI — запись в массив команд.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Идея Open/Closed: меньше правок в старом коде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Подробно: IMPLEMENTATION.md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Про формальную спецификацию в development_plan/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В description.md текст иногда описывает C++17 — это черновик для обсуждения. Фактическая реализация в репозитории — на C11, как в IMPLEMENTATION.md.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На защите важно говорить: «реализация = C11»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Спека = ориентир по поведению, не по синтаксису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2B5E"/>
                </a:solidFill>
              </a:defRPr>
            </a:pPr>
            <a:r>
              <a:t>Рисунок 6. Идея онлайн-лаборатории (только документ)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docs/gateway.md — это про будущее: очередь заданий, воркеры, KeyDB, браузер и GDB. В текущем репозитории этого кода нет.</a:t>
            </a:r>
          </a:p>
        </p:txBody>
      </p:sp>
      <p:pic>
        <p:nvPicPr>
          <p:cNvPr id="4" name="Picture 3" descr="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4083538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8348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A1A1A"/>
                </a:solidFill>
              </a:defRPr>
            </a:pPr>
            <a:r>
              <a:t>Зачем слайд: показать дорожную карту. Сейчас продукт — локальный симулятор; распределённая оболочка — отдельный этап, если команда продолжит.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Почему симулятор «детерминированный»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Мы специально не используем потоки и «живые» таймеры ОС: каждый запуск с теми же входными данными даёт тот же сценарий. Это упрощает отладку и позволяет тестам стабильно ловить ошибки.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Нет гонок потоков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Нет случайных задержек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Поведение воспроизводимо на любой машине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Ошибки в коде: как они сообщаются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Функции возвращают код Status вместо исключений C++. Так проще сочетать чистый C и предсказуемые пути выполнения.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Успех / ошибка памяти / неверный адрес / нереализованная инструкция — всё явно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Вызовы проверяют код и не «молчат»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Прошивка: .bin и связь с линкером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Симулятор загружает готовый бинарник в модель Flash. Адреса в бинарнике должны совпадать с картой памяти (0x08000000…). Если линкер кладёт код не туда, симулятор не «починит» это сам — это нормально для учебного проекта.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Проверьте vector table и entry point перед демонстрацией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Пример правильной связки — examples/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Три термина, которые любят спросить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MMIO (memory-mapped I/O) — когда регистр устройства читается как ячейка памяти по фиксированному адресу. IRQ — запрос прерывания от периферии к NVIC. GDB RSP — текстовый протокол между gdb и удалённым «заглушкой» (наш gdb_stub).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Все три есть в проекте в явном виде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Не нужно заучивать стандарт — достаточно объяснить смысл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Что дают интеграционные тесты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Юнит-тесты проверяют кусочки; интеграционный сценарий убеждает, что CPU, память, NVIC и таймер согласованы — например, что IRQ действительно вызывает обработчик.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См. test_integration.c и Makefile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На защите: «зелёный make test» — сильный аргумент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Ограничения и честный статус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Версия в version.txt — ранняя. Не заявляем полное соответствие всем тонкостям кремния STM32: это учебная модель с фокусом на архитектуру и практику.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Нет полного набора периферии чипа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Нет CI в репозитории — тесты локальные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Онлайн-сервис из gateway.md не реализован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Итог для проверяющего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Есть работающий симулятор с документацией, тестами, CLI, GDB и примером прошивки. Архитектура объясняется схемами и картой памяти. План развития (онлайн) отделён от текущего кода.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Собирается и запускается стандартными командами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Понятная модульная структура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Наглядные рисунки в презентации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B5E"/>
                </a:solidFill>
              </a:defRPr>
            </a:pPr>
            <a:r>
              <a:t>Команда (заполнить)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800">
                <a:solidFill>
                  <a:srgbClr val="1A1A1A"/>
                </a:solidFill>
              </a:defRPr>
            </a:pPr>
            <a:r>
              <a:t>Укажите роли: кто ядро, память/NVIC, периферия, тесты, документация, интеграция.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39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1. ФИО, группа — _______________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2. ФИО, группа — _______________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3. ФИО, группа — _______________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4. ФИО, группа — _______________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5. ФИО, группа — _______________</a:t>
            </a:r>
          </a:p>
          <a:p>
            <a:pPr>
              <a:spcAft>
                <a:spcPts val="600"/>
              </a:spcAft>
              <a:defRPr sz="1700">
                <a:solidFill>
                  <a:srgbClr val="0B5C4F"/>
                </a:solidFill>
              </a:defRPr>
            </a:pPr>
            <a:r>
              <a:t>• 6. ФИО, группа — _______________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20240"/>
            <a:ext cx="8138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Спасибо за внимание</a:t>
            </a:r>
          </a:p>
          <a:p>
            <a:pPr>
              <a:spcBef>
                <a:spcPts val="1400"/>
              </a:spcBef>
              <a:defRPr sz="1800">
                <a:solidFill>
                  <a:srgbClr val="C5D8F0"/>
                </a:solidFill>
              </a:defRPr>
            </a:pPr>
            <a:r>
              <a:t>Готовы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